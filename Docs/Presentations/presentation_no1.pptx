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0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1.xml" ContentType="application/inkml+xml"/>
  <Override PartName="/ppt/notesSlides/notesSlide1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31"/>
  </p:notesMasterIdLst>
  <p:handoutMasterIdLst>
    <p:handoutMasterId r:id="rId32"/>
  </p:handoutMasterIdLst>
  <p:sldIdLst>
    <p:sldId id="256" r:id="rId4"/>
    <p:sldId id="262" r:id="rId5"/>
    <p:sldId id="261" r:id="rId6"/>
    <p:sldId id="272" r:id="rId7"/>
    <p:sldId id="378" r:id="rId8"/>
    <p:sldId id="383" r:id="rId9"/>
    <p:sldId id="270" r:id="rId10"/>
    <p:sldId id="379" r:id="rId11"/>
    <p:sldId id="380" r:id="rId12"/>
    <p:sldId id="382" r:id="rId13"/>
    <p:sldId id="381" r:id="rId14"/>
    <p:sldId id="384" r:id="rId15"/>
    <p:sldId id="385" r:id="rId16"/>
    <p:sldId id="386" r:id="rId17"/>
    <p:sldId id="387" r:id="rId18"/>
    <p:sldId id="395" r:id="rId19"/>
    <p:sldId id="388" r:id="rId20"/>
    <p:sldId id="389" r:id="rId21"/>
    <p:sldId id="391" r:id="rId22"/>
    <p:sldId id="390" r:id="rId23"/>
    <p:sldId id="393" r:id="rId24"/>
    <p:sldId id="392" r:id="rId25"/>
    <p:sldId id="396" r:id="rId26"/>
    <p:sldId id="394" r:id="rId27"/>
    <p:sldId id="260" r:id="rId28"/>
    <p:sldId id="397" r:id="rId29"/>
    <p:sldId id="398" r:id="rId3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6FF85E-3923-46B0-ABC8-7AD5F5DDE9B2}">
          <p14:sldIdLst>
            <p14:sldId id="256"/>
            <p14:sldId id="262"/>
            <p14:sldId id="261"/>
            <p14:sldId id="272"/>
            <p14:sldId id="378"/>
            <p14:sldId id="383"/>
            <p14:sldId id="270"/>
            <p14:sldId id="379"/>
            <p14:sldId id="380"/>
            <p14:sldId id="382"/>
            <p14:sldId id="381"/>
            <p14:sldId id="384"/>
            <p14:sldId id="385"/>
            <p14:sldId id="386"/>
            <p14:sldId id="387"/>
            <p14:sldId id="395"/>
            <p14:sldId id="388"/>
            <p14:sldId id="389"/>
            <p14:sldId id="391"/>
            <p14:sldId id="390"/>
            <p14:sldId id="393"/>
            <p14:sldId id="392"/>
            <p14:sldId id="396"/>
            <p14:sldId id="394"/>
            <p14:sldId id="260"/>
            <p14:sldId id="397"/>
            <p14:sldId id="3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85472" autoAdjust="0"/>
  </p:normalViewPr>
  <p:slideViewPr>
    <p:cSldViewPr snapToGrid="0">
      <p:cViewPr varScale="1">
        <p:scale>
          <a:sx n="94" d="100"/>
          <a:sy n="94" d="100"/>
        </p:scale>
        <p:origin x="1050" y="96"/>
      </p:cViewPr>
      <p:guideLst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5:24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27069 13937 812 0,'-4'-27'569'0,"5"23"-246"16,10-16-359-16,4 16 82 0,1-20-18 15,5-5-13-15,-3-5-9 0,5 2-2 0,-7-1-4 16,2 8 1-16,-6 5 2 0,2 4-3 15,-5 2 0-15,-9 5 2 0,0 5-2 16,0 1 5-16,-5-2 3 0,5 1-2 16,3-5 1-16,-6 1-2 0,3-1-4 15,3 5 1-15,-1-1 0 0,-4 1-4 16,2 4 1-16,-3 0-2 0,3 0-6 16,0 6 2-16,5 9-1 0,1 7-2 0,-5 5 3 15,2 11 3-15,-6 2-2 0,3 5 5 16,0 5 1-16,0-2 0 0,5-3 0 15,-2-6 1-15,-2-5-2 0,4-4 1 16,-1-1 2-16,1-1-3 0,-1-2 1 16,4-1 1-16,-8-3-2 0,0 4 1 15,4-5 2-15,-4 0-3 0,5-3 1 16,4-2 1-16,-9-2-1 0,3-1 0 16,1-4 3-16,4-4-2 0,7-1 4 0,4-4 6 15,1-1 1-15,4-10 6 0,3-4 6 16,11-9-2-16,6-6 3 0,4-4-1 15,-2-7-4-15,-7 3-3 0,0-6-3 16,-6 1-7-16,-6 1-2 0,-9 3 0 16,-6-3-4-16,-7 3 2 0,-5-2 1 15,-5-4-4-15,-4-4 4 0,-9-11 2 16,-3 1-4-16,-4-2 1 0,-2 8 0 16,-6 7-5-16,-2 5 2 0,1 7 1 0,-1 4-3 15,-1 6 0-15,-1 3 1 0,-5 10-3 16,2 2 2-16,2 5 1 0,-7 4-3 15,-4 1 3-15,-1 8 1 0,-8 2-1 16,5 2 1-16,10 5 0 0,5 0-1 16,4 5 0-16,2 7 1 0,1 4-3 15,-2 16 2-15,3 4 1 0,0 13-2 16,-5 2 1-16,13-4 1 0,5-5-3 0,1-8 1 16,14-1 2-16,-1-6-4 0,3-3 3 15,9 0 1-15,3-3-2 0,2 0 1 16,-10 1 2-16,11-2-2 0,0-2 0 15,2-2 1-15,10-5-2 0,-2-4 1 16,4-5 3-16,5-4-1 0,-4-7 3 16,6-1 2-16,2-5-3 0,-2-5 3 15,12-4 1-15,1-6-5 0,4-4-1 16,2-4 1-16,1-1-5 0,13-4-16 16,5-5-52-16,4-6 43 0</inkml:trace>
  <inkml:trace contextRef="#ctx0" brushRef="#br0" timeOffset="1819.71">7248 4414 597 0,'0'-6'35'0,"5"-1"11"0,2-2 14 0,1-3-8 0,5-5 14 0,4 2 11 0,-2-4 9 0,6 1 5 16,-8 4 14-16,-4 1 2 0,-1 5-14 15,-4 4-14-15,-4 2-14 0,0 2-15 16,-4 0-10-16,-8 2-14 0,-6 1-13 16,-12 1-4-16,-9 1-8 0,-12 4 1 15,3 0 2-15,0 3-5 0,6-3 1 0,17 0 0 16,2 0-4-16,11 4 1 0,3 8 2 15,8 6-4-15,2 6 2 0,7 6 3 16,1 8-3-16,3-4 3 0,3 0 0 16,4-2-1-16,-1-7 0 0,9-1 1 15,-6-7-1-15,4-4 1 0,5-4 0 16,-3-1 0-16,-1-5 2 0,-2-3 1 16,-5-2-2-16,1-5 0 0,-5 1 3 0,-3-2-2 15,-3-1 3-15,-9-1 5 0,0 1 5 16,0-8 10-16,0 4 5 0,-2-5-5 15,-1-5-7-15,2-2-9 0,2-2-8 16,4-2 0-16,4 5 2 0,6-1-3 16,4-2 1-16,7 6 2 0,-1-2-3 15,13 10-1-15,-8 4 0 0,-2 1-4 16,-2 8 1-16,-5 6-1 0,-5-1-3 16,-2 2 4-16,-5 2 2 0,-6 0-2 0,-2 0 2 15,-5 2 1-15,-2-1-2 16,-2 1 3-16,4-2 2 0,-4 3-3 0,4-2 0 15,-10 2 1-15,2 3-1 0,-3-4 1 16,0 1 1-16,-3 0-2 0,-3 0 2 16,-1 1 2-16,-8 1-3 0,4 1 2 15,-4-3 0-15,5-3-2 0,-2-6 1 16,9-3 2-16,1-3-3 0,10-2 0 16,7-4 3-16,0 0-6 0,0-1 3 15,12-4 0-15,6-4-3 0,7-1 4 16,5-5 3-16,3-6-2 0,3-2 3 0,8-7 2 15,-5 0-5-15,6-4 1 0,-9-5 2 16,-2-5-5-16,1-7 3 0,-1-4 1 16,-7-7-3-16,2-7 2 0,-13-10 1 15,-7 0-3-15,-7-2 2 0,-11 6 0 16,-3 10-3-16,-6 7 2 0,-3 10 6 16,3 12 0-16,-5 6 5 0,-14 4 0 15,5 8-8-15,-7 2-4 0,0 7-1 16,2 0-6-16,-10 6 1 0,-7 3 4 0,-10 0-3 15,-13 1 1-15,-14-1 3 16,-8 3-6-16,0 5 4 0,8 5 2 0,11 8-4 16,11 9 4-16,12 15-3 0,9 15-2 15,5 26 0-15,1 26 3 0,3 17-3 16,9 13 3-16,4 8 2 0,8-7-1 16,2 4 1-16,7-3 0 0,9-12 0 15,4-15-1-15,13-27 2 0,1-30-5 16,12-21-1-16,9-23 0 0,12-19 1 0,15-19 8 15,13-28 2-15,26-20 0 0,24-34-3 16,26-26-29-16,5-14-330 0,0-12 249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5:38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25303 11773 878 0,'-5'-4'51'0,"1"2"25"0,-1-1 22 0,5 3 19 0,0 0-5 0,3 0-17 0,-6 0-32 15,3 0-23-15,0 0-12 0,0 0-10 16,5 0-5-16,-5 0-3 0,4-1-8 15,-4 1-2-15,8 0 0 0,5 0-4 0,4 0 4 16,5 0 6-16,8 4-2 0,0-2 3 16,0 5 2-16,0-2-4 0,4 2 0 15,8 7 0-15,8-2-3 0,8 3 1 16,-4 1 1-16,2-4-4 0,-1 2 1 16,2-8-4-16,3-2-8 0,14-2 2 15,-1-4 6-15,1-4 3 0,7-1 8 16,-8 1 1-16,5-2-6 0,-1 2 1 0,-4 3-1 15,1-1-3-15,4-1 2 0,0 5 0 16,0-4-2-16,-9 4 0 0,-5-5 0 16,-10 2-6-16,-4-1 2 0,-1 1 2 15,-4-2-1-15,-3 4 3 0,-6-4 3 16,-6 2-2-16,5 2 1 0,-5-4 1 16,3 2-3-16,-2 2 1 0,-6-4 2 15,2 5-3-15,-6-3 1 0,0 0 3 16,-3-3-4-16,-1 2 4 0,1-4 3 15,1 2-5-15,1-1 2 0,1-1 0 0,-3 2-4 16,1-3 1-16,-4 5 1 0,2-1-2 16,-4-2 0-16,2 2 4 0,-4-4 2 15,1 0 11-15,-6-4 11 0,1 1 5 16,2 0 6-16,-4-5-4 0,4-2-7 16,-5-10-7-16,4 2-6 0,-1-6-7 15,-2 3-2-15,1 2 0 0,-2 2-5 16,1 1 1-16,-1-3 2 0,-1 4-4 15,-3 0 5-15,0 1 2 0,0 4-1 0,0 1 3 16,-3 1 2-16,-1 2-4 0,2-1-1 16,-1 2-1-16,2-2-5 0,-4-1 1 15,2 2-1-15,-1-1-6 0,-1-1 1 16,1 1-1-16,-4 1 0 0,-5 0 0 16,-1 1 3-16,-7-1-1 0,-9 3 4 15,-10-6 6-15,-7 2-2 0,-5 2 4 16,-1 1-1-16,4 7-4 0,1 0 0 0,12 3 1 15,-6 1-5-15,11 2 1 0,-2 0 0 16,-3-3-2-16,3 2 1 0,-6 1 0 16,-3-5-6-16,-6-2 2 0,0-1 2 15,-8 2-2-15,-8-6 5 0,-11 6 2 16,-6-6-2-16,-6 3 1 0,13 2 2 16,11 2-3-16,3 4 2 0,12 1 3 15,5-5-4-15,-8 5 0 0,10 5 1 16,-2 1-3-16,-2 1 0 0,1-1 2 15,-8 0-3-15,-1-1 1 0,-7-1 1 16,9-4-5-16,6-3 1 0,-9-3 2 16,6 0-3-16,-16 2 4 0,-2-1 2 0,1 4-2 15,7 1 1-15,8 0 3 0,4 0-3 16,4 0 0-16,2 4 3 0,2-4-4 16,4 6 1-16,4-3 0 0,-5 3 0 15,1 0 0-15,7-1 1 0,-8-1-2 16,8-4 1-16,-6 2 0 0,-1-2-1 15,4-2 1-15,-5-1 0 0,5 2 0 16,5 1 0-16,2 0 2 0,10-5-2 16,4 5 0-16,0 0 2 0,1 0-4 15,5 0 0-15,2 0 1 0,-2 0-3 0,1 2 2 16,-1 2 2-16,3 4-3 0,-1 1 2 16,-2 3 1-16,-2 3-5 0,1 4 2 15,4 7 0-15,0 5-3 0,0 10 3 16,3 8 3-16,-2 4-3 0,4 7 2 15,-1 1 2-15,1 4-1 0,2 2 0 16,-4-7 3-16,-1-6-2 0,-2-8 1 0,-5-4 2 16,-2-12-4-16,-2 0 1 0,0-3 1 15,3-6-2-15,0-3 1 0,1-6-1 16,1-7-3-16,4-1-2 0,3 1 2 16,3-1-3-16,4-4 4 0,5 5 2 15,9-1-4-15,-1-1 2 0,4 2 1 16,-2-1-4-16,5 1 4 0,8-4 2 15,2 4-1-15,11-2 1 0,11-3 1 16,10-5-4-16,10 1 0 0,-1-8 2 0,9-2-18 16,4-8 378-16,-2-7-266 0</inkml:trace>
  <inkml:trace contextRef="#ctx0" brushRef="#br0" timeOffset="1577.85">15678 15048 821 0,'-9'5'76'0,"4"-1"109"0,5 4-178 0,3-4-18 0,3 1 1 0,6-1 6 0,0 1 9 0,3 2 12 0,2 4 5 15,1-4-4-15,3-2-4 0,1-1-6 16,4 1-8-16,2 2-1 0,2-1 1 0,5 2 8 16,4-4 7-16,4-4 10 0,8 0 6 15,12-3-1-15,9-1 1 0,0-5-10 16,-1-3-9-16,-2-3-5 0,-3-5-4 16,-2 1 1-16,-5-7 0 0,-10 1-2 15,-7-2 3-15,-9 1 5 0,-6 1 19 16,-6 1 20-16,-15-2 17 0,3-1 2 15,-9-4-14-15,0-2-10 0,0-3-18 16,-1 1-6-16,1 1-4 0,-8 1-11 16,7 7 1-16,-4 4-1 0,-4-1-5 0,5 7 2 15,-7-2 3-15,7 1-4 0,-5 4 4 16,-8-2 3-16,-1 0-3 0,-4 3 7 16,-13-2 2-16,-2 1-7 0,-7-5 3 15,-4 1-2-15,0-4 0 0,2 3 9 16,5-3 4-16,4 5-5 0,7 4-4 15,-6 3-4-15,-6 7-8 0,-2 2 0 16,2 2 1-16,2 5-2 0,2 1 0 16,-1 5 1-16,-7 7-1 0,1-1 0 0,-6 4 1 15,-5-1-2-15,-1 4 2 0,-6 2 1 16,-6 7-2-16,-10-1 1 0,-2 1 1 16,0 4-2-16,12-5 1 0,16 1 1 15,6-4-2-15,3 2 1 0,2-3 1 16,-1-3-2-16,8 3 1 0,5 0 0 15,8 5-3-15,-1 2 0 0,2 4 0 16,2 5-3-16,5 5 2 0,5 6 4 16,9 5 0-16,5 5-1 0,8-2 1 15,7-5-7-15,-1-8-1 0,7-13-2 16,7-8-1-16,6-7 2 0,13-6 8 0,8-4 0 16,9-11 2-16,13-6 5 0,17-15-4 15,14-11 2-15,7-11-8 0,4-15-286 16,2-19 210-16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7:18.2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7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1-22T07:09:22.251"/>
    </inkml:context>
  </inkml:definitions>
  <inkml:trace contextRef="#ctx0" brushRef="#br0">27066 12310 792 0,'0'0'85'0,"-4"0"54"0,-5 2-53 0,-6 5-24 16,-9 2-25-16,-11 5-6 15,-22 2-3-15,-19 2 12 16,-16 3 21-16,-10-9 5 16,5-6 3-16,7-1-11 0,-3-7-24 15,9-2-6-15,-14-1-14 16,-7-2-4-16,3-1-5 15,6 2-1-15,15 6 0 16,12-3-2-16,5 6 0 16,4 3 0-16,10-1-1 15,8-1 0-15,15 2 0 16,-1-6 0-16,5 0 0 16,-2 2-1-16,0-2 2 0,4 3-2 0,1-2 0 15,1 4 2-15,-8-1-3 16,10 1 1-16,-5-1 2 0,-5-1-3 0,12 2 1 15,-8-2 2-15,14-3-2 0,5 0 1 16,-4 0 1-16,8 0-2 0,-9 1 2 16,9-1 2-16,0 0-4 0,-7 0 1 15,5 0 2-15,2 0-3 0,-9 0 1 16,6 0 2-16,3-1-3 0,-1 1 1 16,-2 0 4-16,-2-3-2 0,5 3 7 15,-1-5 4-15,1 1-1 0,0-4 5 0,-5-5 5 16,-1-1-4-16,2-8 2 0,-5-4-3 15,0-7-6-15,4-1 0 0,-7-2-2 16,3-8-5-16,-1-2-1 0,2-2 1 16,-4 0-3-16,3 1 1 0,0-4-1 15,-3 3-2-15,8-3-2 0,-1 2 2 16,1-1-1-16,4-1 1 0,-2 2 5 16,-1-5-4-16,3 0 2 0,0 1 1 15,-1-1-4-15,-2 5 2 0,1 4 2 0,-4 5-4 16,5 2 1-16,-7 4 2 0,4 2-3 15,-1-1 0-15,1 6 2 0,-1 0-3 16,5 6 1-16,-1 5 1 0,1-2-2 16,0 1 1-16,-3 4 1 0,3-7-2 15,0 5 1-15,0 2 1 0,3-4-2 16,-3-2 1-16,1 1 1 0,-1 0-1 16,0 4 0-16,0 1 1 0,-1-2-2 15,2 4 1-15,-1-2 2 0,0 1-4 16,0 4 2-16,-1 2 1 0,1-3-3 0,0 6 2 15,0 0 0-15,0-1-1 0,0 4 1 16,0 0 1-16,-3-6-3 0,3 3 2 16,0 3 2-16,0 0-2 0,0-2 0 15,0 2 0-15,0 0-4 0,4 0 0 16,1-4 0-16,-1 4-6 0,5-3 4 16,3 1 2-16,6-1 0 0,8 2 2 15,4 1 2-15,12 4-2 0,-3-4-1 0,6 2 1 16,15 1-7-16,3-2 2 0,7-1 1 15,6 3 0-15,-1-3 6 0,2 0 3 16,4 5 0-16,-6-4 1 0,-6 4 0 16,7-1-4-16,2-2 1 0,3 1 2 15,-1-3-3-15,-2 1 1 0,-9-1 1 16,-5 2-2-16,1 1 0 0,-2-3 2 16,1 6-3-16,2 1 1 0,8 2 2 15,2-1-3-15,-1 1 2 0,-1 0 1 16,-14 0-3-16,-2-5 1 0,-8 5 1 15,5-4-2-15,-4-5 1 0,-7 0 0 0,-1 0-3 16,-5 0 1-16,7 0 2 0,1 0-2 16,6 0 2-16,-4-2 3 0,-10 2-3 15,-1 0 1-15,-8 0 2 0,-5 0-3 16,-3 0 0-16,-8 2 2 0,-2 1-3 16,-1 1 1-16,1-2 2 0,-7-2-3 15,5 3 2-15,-1-3 2 0,-4 1-3 16,1-1 1-16,-1-1 2 0,-4 1-3 0,0 0 3 15,5 0 2-15,-2 0-4 0,-2-8 2 16,2 4 2-16,-1-5-5 0,-2 0 2 16,3 0 2-16,0-5-4 0,-2-2 3 15,-1 2 0-15,0-1-3 0,0 0 0 16,0-4 3-16,0-4-3 0,0-2 0 16,0-2 4-16,0-8-4 0,0-2 2 15,-1-4 3-15,-2-5-2 0,-2-2 4 16,1-3 4-16,-4 3-3 0,4-5 1 15,-5-1-1-15,1 0-6 0,-1-6 2 0,3 0-1 16,2 2-3-16,-4 6 1 0,4 4 1 16,-4 6-2-16,7 6 0 0,-4-2 3 15,1 7-4-15,1 1 1 0,-2 3 1 16,5 6-2-16,-1 3 0 0,1 3 1 16,-3 6-1-16,3 3 1 0,0-2 0 15,0 4-2-15,0 4 1 0,0-3 1 16,4-3-3-16,-1 6 0 0,-1-8 2 15,2 4-4-15,1 2 1 0,4-1 2 0,6-1-4 16,4 1 2-16,5-3 2 0,6-3-4 16,11 4 4-16,1 1 2 0,6-7-3 15,7 10 3-15,-2-4 0 0,5-2-1 16,-1 1 1-16,3-2 0 0,5 4-2 16,-7-1 1-16,7 1 1 0,-5-1-2 15,0 5 1-15,0-4 1 0,-5 4-3 16,-2-3 3-16,2 1 0 0,1 2 0 15,1-4-1-15,3 4 2 0,-8-3-1 16,-4 3 0-16,-9 0 1 0,-10 3-1 0,-4-2 0 16,-5 2 1-16,-1-1-1 0,-4 2-2 15,-3-1-1-15,-7 2-6 0,4 4-1 16,-5 4 4-16,7 4-3 0,-5 4 4 16,3 1 2-16,-5 5-3 0,4 3 2 15,-4 3 3-15,1 2-2 0,2-4 1 16,-2 7 2-16,-1-4-3 0,-2 5 1 15,2 0 2-15,1 8-3 0,-2 2 0 0,0 9 2 16,-2-1-5-16,-1 3 3 0,0 0 2 16,-4-4-2-16,1 1 3 0,-2 3 2 15,1 0-2-15,-1-3 0 0,1-2 3 16,-1 1-3-16,1-11 0 0,2-3 2 16,2-8-2-16,-3-8 0 0,3-7 4 15,0-7-4-15,0-4 5 0,0-4 5 16,0-4-2-16,0-3 2 0,5 2 0 15,-2-4-9-15,1 5 0 0,2-3 0 0,11 3-2 16,5 0 1-16,2 5 1 0,12 2-3 16,-6 4-1-16,8 4 2 0,7-5-3 15,4 5 3-15,9-1 2 0,7-4-2 16,-5 1 1-16,-2-2 1 0,-10-5-2 16,2 5 2-16,-4-7 2 0,2-2-2 15,2 0 2-15,-5-2 0 0,1 2-3 16,-1-3 1-16,0 3 1 0,-1-4-2 15,1 2 0-15,-3-2 2 0,6-1-2 0,-6 1 0 16,-2-2 3-16,-7 4-3 0,-6-1 1 16,-1 2 2-16,-8-4-3 0,-2-2 2 15,2 5 2-15,-1-2-4 0,4 1 0 16,-3 3 2-16,3 0-3 0,1 3 1 16,-1-2 0-16,0 2-3 0,-3 3 0 15,-4 2 2-15,-4-2-5 0,-4 0 3 16,2-2 2-16,-4 2-2 0,-2 3 1 15,1 2 2-15,-3 2-5 0,-5 1 0 16,5 7 2-16,2 4-3 0,-2 10 5 0,0 4 1 16,0 6-1-16,4 9 1 0,1 4 0 15,-2 2-3-15,0 3 0 0,-3 1 3 16,-3-7-3-16,0 0 3 0,3-3 0 16,0-4-4-16,0-4 0 0,3 1-1 15,1-4-4-15,-4 1 3 0,0-1 2 16,0-1-2-16,5 2 5 0,-1-10 2 15,4-2-1-15,2-4 0 0,-4-5 2 0,-6-2-2 16,2 0 1-16,-2-3 1 0,0-5-2 16,4-1 1-16,1-3 3 0,-2-1-3 15,-6-2 3-15,-2-2 0 0,-1 1-3 16,3 2 2-16,3-2 1 0,0-1-4 16,0 2 2-16,-3-3 2 0,-7 2-3 15,5-1 3-15,-7 4 2 0,-4-4-2 16,-2 1 3-16,-5-1 2 0,-1-2-3 15,-6 1 3-15,3 0 2 0,-3-3-1 16,3 0 2-16,2-3 1 0,-1 0-3 0,1-3 1 16,-7 3-1-16,-5-3-6 0,-2-2-1 15,-8 4 0-15,2-2-3 0,-6 0 0 16,3 6 1-16,-3-6-1 0,-6 3 0 16,3-2 1-16,2 1-1 0,1 2 0 15,7-2 3-15,8-2-3 0,2 0 0 16,5 1 3-16,5-2-3 0,0 1 1 15,3-3 4-15,8 1-5 0,-5-1 3 0,6 5 1 16,3-5-4-16,-2 4 1 0,4 2 1 16,-2-1-3-16,-3 4 1 0,3-5 1 15,-3 2-2-15,1 2 1 0,-4-2 1 16,-3 1-3-16,2 2 2 0,-2 0 0 16,7 0-2-16,1 5 1 0,-5 1 0 15,0 3-3-15,-3 6 2 0,-3 4 1 16,-1 13-4-16,-4 11 2 0,-1 10 1 15,-1 7-4-15,-8 1 3 0,1 7 2 0,7 1-2 16,5 0 3-16,11-9 1 0,3-8-3 16,8-13 1-16,1-8 1 0,4-5-3 15,2-5 2-15,6-5 3 0,0-7-2 16,-1 0 3-16,5-9 2 0,2 0-4 16,15-9 2-16,-1-9 1 0,2-3-2 15,8-12 1-15,1-3 2 0,-1-3-3 16,3-2 2-16,-7 0 0 0,-13 5-2 15,-4 3 2-15,-12 5-1 0,-7 1-3 16,-7 1 0-16,-13-4 0 0,-7 0 1 0,7 3 2 16,-6-3 5-16,6 0-5 0,4 0 0 15,-4-4 1-15,-1-1-4 0,1 2 0 16,2 2 2-16,1-4-3 0,7 10 0 16,8 2-1-16,-4 7-5 0,-1 4-1 15,-4 7 1-15,5 4-4 0,-8 1-7 16,6 0-37-16,3 0-17 0,-5 0 33 15</inkml:trace>
  <inkml:trace contextRef="#ctx0" brushRef="#br0" timeOffset="961.57">29247 12103 1180 0,'-8'0'97'0,"-1"0"137"0,0 0-220 0,0 0-9 0,0 5-1 16,-3-4 7-16,2 4 6 0,-5-2 8 15,-3-2 3-15,-5 2-1 16,-2-3-3-16,-8 0-6 15,-2-4-2-15,-5-1-6 16,-11 5-3-16,0 0-3 16,-2 2 0-16,5 2-2 15,2 2 1-15,-5 3-1 16,-2 0-1-16,-16 0 1 16,0 0 0-16,-13-4 0 15,-8-2 1-15,4-3 1 16,2 0 2-16,17-3 0 0,14 3 4 15,19-2-4-15,4-1 1 0,0 3-1 16,4-1-4-16,-4-2 1 0,6 3 1 16,0-3-3-16,3 1 2 0,6 2 1 0,5 0-4 15,-1 0 2-15,4 0 2 0,2 2-4 16,1-2 0-16,-1 0 2 0,4 0-3 16,-2 3 1-16,0-2 1 0,3 2-2 15,-5-1 1-15,1 4 0 0,-2 3-2 16,-6 4 0-16,-2 4 2 0,1 4-3 15,-2 7 1-15,1 1 2 0,1 1-5 16,4 4 2-16,-3-4 2 0,7 0-3 16,1-3 2-16,2-1 2 0,4-5-2 15,7-2 1-15,0-4 2 0,3-1 0 0,4-7 0 16,5 2 3-16,3 0-4 0,6-4 4 16,9-4 4-16,3-1-3 0,2-1 3 15,8-7-1-15,-10 2-4 0,5-4 2 16,-7-1 1-16,-10 2-4 0,-4 0 3 15,-14 2 2-15,-3-2 1 0,-9 1 6 16,-3 2 1-16,-3-9-2 0,-11 0-2 16,13-4-2-16,-13-5-2 0,4-2-1 0,-5 1 0 15,-6-5-4-15,-3 0-1 0,9 7 0 16,6 2-2-16,0 8 1 0,1 2 2 16,-1 5-1-16,-4-3 1 0,2 5 2 15,-2-1-4-15,5 2 0 0,2 2 3 16,0 1-3-16,6 0 1 0,-4 0 2 15,2-3-4-15,1 1 2 0,2 1 1 16,-2-1-2-16,-1 2 0 0,1 0 3 16,2-3-4-16,1 3 1 0,-2 0 2 0,3 0-4 15,-5-1 1-15,5 1 1 0,0 0-3 16,0 0 2-16,0-5-19 0,0 2-70 16,0-6 59-16</inkml:trace>
  <inkml:trace contextRef="#ctx0" brushRef="#br0" timeOffset="1334.7">27807 12220 1276 0,'-17'0'90'0,"-1"0"50"0,-3-7-63 0,-9 1-49 0,-1 1-10 0,-7-2-9 15,-1 5-1-15,-4 2-3 16,-5 5 0-16,1 5 0 16,0 2 0-16,-1-3 2 15,4 3 0-15,2-3 0 16,3-3 2-16,5 5-3 15,-1-2-1-15,-4-8-2 16,3 4-1-16,-1-5-1 16,2 0 1-16,5-2-1 0,5 2-1 15,-1 5 1-15,2-5-1 16,5 0-52 0,5-5 40-16</inkml:trace>
  <inkml:trace contextRef="#ctx0" brushRef="#br0" timeOffset="2709.87">29061 11682 588 0,'-42'3'78'0,"-9"-2"143"0,-2 2-149 0,-7-3 61 0,0-3 16 16,-6-3 0-16,-6-1-35 0,-15-1-64 15,-9-1-12-15,-21 3-13 16,-6 6-5 0,9 0-6-16,-1 5-5 0,20-1-3 15,1 1-1-15,5-1 0 16,-4-2 0-16,-6 2-1 15,-1-1 0-15,1 2-1 16,5-1-1-16,11 4-1 16,7-4 1-16,7-2-1 15,3 2 1-15,3-1 0 16,-8-1 0-16,8 2-1 0,-3-4 0 16,11 0 3-16,4 0-3 0,-3 0 3 15,0-1 0-15,1 1-3 0,-7 0 1 16,5 0 2-16,2 1-4 0,-7 5 1 15,5-4 1-15,2 2-2 0,-2-1 2 16,7 2 1-16,9-1-3 0,0 1 1 16,9 1 2-16,4-5-3 0,1 5 2 15,-2-3 0-15,0-1-2 0,-2 5 0 0,-5-2 1 16,-5-1-1-16,0-1 1 0,-8-1 2 16,8-1-1-16,5-1 6 0,7 0 3 15,1-1-1-15,1-1-1 0,0 1-3 16,2 1-6-16,7-2 1 0,5 2 2 15,2 0-3-15,3 0 0 0,0 0 1 16,2 0-1-16,1 0 0 0,3 0 2 16,0 0-2-16,0 0 2 0,0 0 5 15,3 0-4-15,-2-4 1 0,8-1 4 16,3-7-5-16,9-4 2 0,11-4 1 0,2-10-8 16,-1 2 1-16,6 5 4 0,-9 2-1 15,-3 9 3-15,-2 3 1 0,-11 3-4 16,-14 6 0-16,4 0-1 0,-5 0-3 15,-4 0 0-15,-2 5 3 0,-2-5-1 16,-5 6 3-16,-7 0 2 0,-1 3-5 16,-2 1 0-16,1 2 2 0,1 0-3 15,-7 2 1-15,-2-1 1 0,-2 5-3 0,-6 2 2 16,0 7 0-16,5 0-1 0,-2 1 1 16,3-2 0-16,10-4-1 0,2-8 1 15,5-2 2-15,11-6-4 0,4-6 1 16,-2 4-1-16,3-4-5 0,9 5 2 15,3 1 2-15,1-2-4 0,13 7 4 16,2 4 3-16,13 4-2 0,10 5 2 16,6 0 2-16,2 2-3 0,3-1 1 15,-2-1 1-15,0-1-2 0,-2-2 2 16,-8-5-13-16,-4-1-51 0,-10-3 42 0</inkml:trace>
  <inkml:trace contextRef="#ctx0" brushRef="#br0" timeOffset="3535.6">28695 11665 1331 0,'0'-1'71'0,"0"1"50"15,4 0-102-15,-1 4-8 0,6 1-7 16,6-1-1-16,20 5-1 15,20-1 2-15,35-4 0 16,14 1-1-16,20-8 4 16,-4 3-2-16,3 0 3 15,-8 3-1-15,-11 1-1 16,-13-1-2-16,-28 2 0 0,-19-1 5 16,-22-4 20-16,-1 0 8 15,-3-4 2-15,-1-1-3 16,-1-2-11-16,-1-2 0 15,-7-6 0-15,-8 0 0 16,0 6-14-16,-5-6 3 0,-2 6-8 16,-4-2 1-16,-2-2 4 0,1 5-7 15,0-4-2-15,3 3 2 0,1 5-4 0,-1-4 0 16,5 7 2-16,2-4-2 0,-2-2 0 16,1 5 4-16,3-1-4 0,0 2 2 15,0 1 1-15,0 0-3 0,3-3-1 16,1 3 1-16,5 3-5 0,5-3 2 15,16 1 0-15,3 2-4 0,3 3 5 16,-2-1 2-16,5 2-1 0,-9-1 1 16,0 0 3-16,-7 0-3 0,-4 2 1 15,-4-2 2-15,-3 1-5 0,-3 1-2 16,-4-7 4-16,-5 4-2 0,-2-2 1 0,2 1 3 16,-4 2-5-16,5 2 0 0,-1 1 3 15,-1 0-3-15,-2 7 3 0,-9 1 2 16,-6-1-2-16,1 4 0 0,-13-2 2 15,3 1-2-15,-7-4 1 0,-1 0 1 16,1-6-2-16,-1-4-35 0,1-5 26 16</inkml:trace>
  <inkml:trace contextRef="#ctx0" brushRef="#br0" timeOffset="4029.18">27393 11174 1271 0,'0'-2'93'0,"3"-1"67"0,3-4-83 0,6-4-31 0,6-2-16 0,10-7-20 16,-1 7-2-16,-6 2-4 16,-7 8-4-16,-11 3-6 15,-2 0 0-15,-1 8 1 16,-1 2 3-16,-2 10 2 16,-2 7 0-16,5 15-2 15,0 7-2-15,9 23 0 16,5 2-1-16,5-1 1 15,11-4 1-15,6-18-1 16,12-11-1-16,8-19 4 16</inkml:trace>
  <inkml:trace contextRef="#ctx0" brushRef="#br0" timeOffset="4229.84">28014 11169 772 0,'-5'9'20'16,"4"6"-4"-16,-5 0 7 15,1 3 13-15,1-1 6 16,-1-1-2-16,5 1-7 0,0-8-8 16,5-5-15-1</inkml:trace>
  <inkml:trace contextRef="#ctx0" brushRef="#br0" timeOffset="4524.99">28549 11004 1417 0,'-30'-4'72'16,"2"-4"74"-16,-10 2-142 15,1 5-1-15,10 5-2 16,0 7 0-16,3 7-4 15,1 0-3-15,10 6-1 16,4 4-2-16,15-2 2 16,7-2 0-16,13 0-1 15,8 0 3-15,8 3 8 16,2 1 4-16,-7 2 2 16,-5-1 0-16,-16 2-4 0,-11 2-1 15,-14 1 2-15,-11 1-2 16,-7-2 1-16,-4-6-1 15,-4-11-2-15,-4-7-139 16,-6-22 100-16</inkml:trace>
  <inkml:trace contextRef="#ctx0" brushRef="#br0" timeOffset="8962.09">26885 12349 901 0,'-2'0'37'0,"2"0"9"0,0 0-35 0,0 5-7 0,-3 5 6 16,3 7 8-16,3 4 1 0,-3 4 0 15,2 5 0-15,-2 11 3 16,4 5 0-16,1 16 2 16,7 8 1-16,1 17-2 15,4 7 0-15,1 7 1 16,-2 7 3-16,-2 4 3 16,-5-1 0-16,-2-3-1 15,2-4-4-15,-4-19-2 16,-1-7 2-16,1-18 1 15,-2-12-1-15,-2-9-4 16,4-4-5-16,-2-14-5 0,-3-5-2 0,0-5 0 16,0 1-5-16,0-3 1 0,0-2-1 15,0 4-3-15,0-2 2 0,0 1 0 16,-3 1-3-16,1 1 1 0,-2-3 3 16,1 0-3-16,-2-2 8 0,1-2 12 15,-1-5 4-15,-4 0 10 0,5 0 4 16,-8-5-11-16,-6 1-5 0,-5-5-7 15,-10 3-11-15,-6 0-2 0,0 1 0 16,-7 5-3-16,-2 0 0 0,7 0 3 0,7 5-3 16,4-1 0-16,6 1 2 0,6 1-3 15,0 0 1-15,9-2 1 0,-3-4-1 16,4 0 2-16,2 0 3 0,-3-3 5 16,5-1 6-16,-4-1 4 0,1 1-4 15,7-1-5-15,-5 2-2 0,5-1-4 16,5-1 2-16,-2 1 2 0,1-1-3 15,5-1 3-15,-4-1 1 0,-2-2-5 0,3-3 0 16,-2 0 0-16,1 1-4 16,1-4 2-16,-5 5 2 0,2-4-4 0,-1-1 3 15,-2 0 2-15,-2-4-4 0,2 1 1 16,0-3 1-16,-3 1-4 0,3 1 0 16,3 4 1-16,-3 3-2 0,6 3 1 15,-6 1 0-15,3 7-3 0,-3 1 0 16,0-5-1-16,0 5-6 0,0 0 0 15,0 0 2-15,2 5-1 0,-2-4 5 16,-2 4 4-16,2-1-2 0,0 1 2 0,-3 2 0 16,-6 2-1-16,-3 3 1 15,6 2 1-15,-6 4-1 0,0 3-1 0,-1 4 1 16,-2-2-2-16,0 2 1 0,1-2 1 16,8 1-1-16,-4-9 1 0,5 0 1 15,1-2-2-15,4-7 1 0,0 0 3 16,0-1-3-16,4-4 1 0,-1-1 2 15,-1 0-3-15,-2 0-1 0,7 0 5 0,7 0-3 16,-1 3 1-16,4-1 3 0,8 5-6 16,5 1 0-16,6 5 1 0,6 7-1 15,6 4 1-15,8 1 1 0,-1-1-2 16,-7 0 1-16,-1-3 2 0,-16-6-3 16,-5-5 1-16,-5-5-1 0,-8-5-39 15,-4-9 123-15,-4-15-73 0</inkml:trace>
  <inkml:trace contextRef="#ctx0" brushRef="#br0" timeOffset="10419.58">26204 13754 1584 0,'0'-51'4'0,"3"-1"-8"0,0 5-51 0,-3 14 60 0,0 6 44 0,-3 14 13 16,0 4-5-16,-2 6-38 15,5 3-10-15,-4 7-9 16,2 8-1-16,-1 18-3 15,2 15 1-15,-2 29 1 16,7 13 0-16,1 28 0 16,-1 11 1-16,7 7 1 0,-5-5 0 15,6-20 1-15,-3-18 1 16,-5-27 0-16,1-12 0 16,-5-20 8-16,-5-5 3 15,-7-11 6-15,-6-2 2 16,-9-2-4-16,-15-7-2 0,-9-7-2 15,-7 0-6-15,-13-6 0 0,4 2 0 16,-1 2-6-16,-1 2 1 0,0 5 1 0,-13 4-3 16,-8 7 0-16,-14 4 3 0,4 1-3 15,3 3 1-15,7-2 0 0,10 1-1 16,-1-4 0-16,5-1 2 0,-8-4-2 16,-5-1 0-16,2 1 2 0,5-2-3 15,1 0 1-15,7-6 1 0,10-2-1 16,-1-4 1-16,8 0 3 0,6-4-3 15,12-2 2-15,9 1 2 0,6-4-3 16,5 5 4-16,-2-4 1 0,7-1-2 0,4 2 8 16,-1 1 5-16,7-3 3 0,-1 1 5 15,-1-5 1-15,3-4-5 0,-3-8-5 16,-1-7-6-16,2-14-10 0,-7-17-3 16,3-15 2-16,-7-14-1 0,2-17 2 15,-7-7 3-15,-9-4-4 0,3 4 2 16,-3 3 1-16,0 5-2 0,9 5 3 15,-1-1 3-15,-4 10 0 0,5 11 3 0,8 7-2 16,-4 5-5-16,4 7-2 0,-1 1-1 16,2 7-1-16,6 11 0 0,3 6 1 15,2 15-2-15,-2 8-1 0,1 5 2 16,-1 7-5-16,3-1 0 0,0 1-1 16,3 4-5-16,2-5 1 0,-1-2 3 15,5 2 0-15,5-4 5 0,8 0 3 16,7 2-2-16,1-2 2 0,9 4 0 15,9 2-1-15,16 3 1 0,19 8 2 16,4 4-3-16,6 1 1 0,-3 4 1 16,-3-2-2-16,3 1 1 0,3 1 1 0,13-4-4 15,2-5 1-15,5-4-1 0,-11-4-2 16,-11-7 4-16,-8-1 2 0,-10-2 0 16,5 1 1-16,-1-3 1 0,1 0-3 15,-7 6 0-15,-14 1 1 0,-6 5-2 16,-10 0 0-16,-7 2 1 0,-8 2-2 15,-8 1 1-15,-3-2 1 0,-5 3-1 16,-2-3 1-16,-4 0 2 0,5 0-2 0,0-2 0 16,0 1 2-16,8-2-2 0,-1 3 0 15,2-2 1-15,0 2-2 0,-1 2 1 16,-1-1 0-16,-4 2-2 0,-1 2 0 16,2 1 0-16,-2 0-3 0,-1 0 0 15,2 1 2-15,-10 1-4 0,10 1 3 16,0 0 3-16,-3 3-3 0,-3 1 4 15,-3 5 1-15,-2 0-2 0,5 3 1 16,3 5 1-16,6 2-3 0,-10 4 2 16,7-2 3-16,0 1-5 0,-3-4 2 0,9 0 1 15,-9-4-2-15,6 1 1 0,-6 0 3 16,1 1-4-16,2-2 2 0,-3 1 1 16,3-2-2-16,0 5 0 0,-1-4 1 15,2 4-2-15,-2-2 0 0,-2 1 1 16,0 1-3-16,-3 0 2 0,-2-5 1 15,4 1 0-15,-4-4 0 0,4-5 3 16,-2-4-3-16,-2-8 0 0,1-4 2 16,-1-2-26-16,4-8-60 0,-1-17 54 15</inkml:trace>
  <inkml:trace contextRef="#ctx0" brushRef="#br0" timeOffset="11007.4">24643 13664 1541 0,'-24'-7'39'0,"-9"5"-28"0,-6 2-6 0,-12 15-2 0,-2 2 2 0,2 10 3 16,6 1-1-16,8-2-1 15,7 8-2-15,18 5-2 16,3 0-1-16,21 12-2 15,13-3 0-15,11-4 1 16,11-2 0-16,1-11 6 16,7-4 3-16,-2-6-2 15,-4-2 0-15,-13 4-2 16,-13 2 1-16,-23 1 1 16,-11 2 0-16,-28 5 4 15,-4 2 1-15,-16-5 5 16,-1-5 1-16,17-11-3 0,4-7-4 15,18-7-3-15,3-10-5 0,6-10-3 16,7-10-57-16,5-13 39 0</inkml:trace>
  <inkml:trace contextRef="#ctx0" brushRef="#br0" timeOffset="11248.29">24895 13808 748 0,'4'15'158'0,"2"8"111"15,6 11-98-15,2 7-38 0,-1 8-74 16,-4 4-22-16,-1-2-18 16,-5-2-6-16,-3-7-9 15,1-3-1-15,2-9-2 16,-1-5 0-16,2-8-32 15,1-7 22-15</inkml:trace>
  <inkml:trace contextRef="#ctx0" brushRef="#br0" timeOffset="11437.96">25136 13643 1616 0,'-24'0'40'15,"-1"5"-32"-15,-10 11-3 16,-8-1-1-16,-10 9-1 16,-7-6 0-16,9-1-1 15,3-5-1-15,23-8 9 16,7-4-6-16</inkml:trace>
  <inkml:trace contextRef="#ctx0" brushRef="#br0" timeOffset="11892.21">25078 14228 1347 0,'7'43'49'0,"-1"-7"-7"16,2-3 4-16,-4-18 10 15,4-4-1-15,2-19-4 16,5-8-10-16,8-26-23 15,2-12-8-15,1-33-6 16,4-7-3-16,-15-13-2 16,-3 11-2-16,-12 32-6 15,-3 22 2-15,3 37 2 0,0 14 1 16,7 24 3-16,2 6 1 16,5 14 0-16,-2 4 1 15,9-8 1 1,-8-5 1-16,1-19 2 0,-1-7 2 15,-13-16 17-15,5 2 4 16,-2-13 1-16,6-9-4 0,3-12-18 16,1-9-4-16,3-9-5 0,2-4 2 15,-1 1 6-15,-2 3-4 0,-5 15 4 0,-5 10-1 16,-1 14-5-16,-4 6-1 0,0 3 0 16,6 5-4-16,-1 7 4 0,2 6 1 15,5 9-1-15,2 4 1 0,-1 4 1 16,1 1-2-16,-1-2 2 0,2-2 2 15,0-4-3-15,2-2 0 0,1-1 2 16,-2-1-3-16,2 0-2 0,-1 2-67 16,-5-3 49-16</inkml:trace>
  <inkml:trace contextRef="#ctx0" brushRef="#br0" timeOffset="13328.9">23584 13853 751 0,'6'-1'85'0,"3"-4"109"0,6-1-123 0,-5 2 8 0,2 1 6 16,-6 3 5-16,-3 0-6 15,2 3-26-15,-5-3-13 0,0-3-12 16,-8 3-4-16,-14 0-10 16,-13-2-4-16,-22-1-9 15,-19 2 0-15,-18-4 0 16,-1 5 0-16,7 0-1 15,4 0-1-15,13 0-1 16,-1 2-1-16,2-2 0 16,-2 0 0-16,-3 0 0 15,3 0 0-15,-2 0 0 16,4 0-1-16,16 3-1 0,10-3 2 16,19 1-3-16,11 2 1 0,5 2 2 15,0-5-3-15,2 4 2 0,2-4 1 16,1 0-2-16,-5 0 1 0,1 0 2 15,-5-4-3-15,-1 1 2 0,10 1 3 16,-4-5-2-16,-1 2 3 0,8 1 4 16,-7-1-3-16,7 1 5 0,5-1 3 15,-4-2 0-15,0 1 2 0,2-3-3 16,1-2-7-16,1-4-1 0,10 3-1 0,-1-1-4 16,1-7 1-16,7 5 2 0,-3-6-4 15,-2-1 2-15,7 2 2 0,-2 5-3 16,-5 3-1-16,1 8 1 0,-8 1-2 15,-12 3-2-15,1 0 0 0,-5 3-4 16,-2-3 4-16,4 4 2 0,-7 2 1 16,2 5 0-16,-11 2 3 0,0 4-3 15,-5-2 0-15,-4 4 1 0,8-1-1 16,-4-1 0-16,5-4 1 0,0 1-1 0,3-1 0 16,3-4 1-16,3 0-2 0,3-1 1 15,2-5 2-15,1 3-5 0,4 3 1 16,2 0 1-16,3 10-5 0,2 1 4 15,2 5 2-15,4 5-4 0,1-1 3 16,6-2 1-16,6-3-1 0,3-2 1 16,3-5 1-16,-3-2-1 0,1-6 0 15,-2-3 4-15,-2-3-3 0,1 0 2 16,-5-3 3-16,-1 3-65 0,-7-3 44 16</inkml:trace>
  <inkml:trace contextRef="#ctx0" brushRef="#br0" timeOffset="14821.43">21982 12591 1137 0,'-9'13'69'0,"0"8"93"0,-1 23-160 0,-2 13-1 0,4 29-1 16,8 18 1-16,8 32 1 15,4 16 4-15,6 28 3 16,4 7 4-16,-1 1 1 16,-3-7 1-16,-6-26 12 15,-3-12 5-15,-4-27 2 16,2-17-2-16,-1-33-14 16,3-14-8-16,-1-19-4 15,-1-7-2-15,-2-5-2 16,-4-2 0-16,2 2-1 15,-6-1 0-15,-1 2 1 16,-8-4 0-16,7-6 0 0,-1-1 11 16,-1-7 13-16,-5-2 5 0,-12-5 2 15,-11-2-7-15,-7-7-15 0,-4-1-5 16,-8-1-2-16,-5-2-4 0,-2 2 2 16,1 5 0-16,-2 0-2 0,-1 6 0 0,-10 3 2 15,-17 3-3-15,-18 2 1 0,-16 5 3 16,-7 2-3-16,1 0 0 0,11-6 2 15,5-3-1-15,-3-3 3 0,6-3 2 16,-1-3-5-16,5-1 2 0,13-2-1 16,-10-3-3-16,-4-3 1 0,-1-2 2 15,-2 1-3-15,15 2 1 0,15-4 2 16,19 6-2-16,7 0 1 0,13 2 4 16,-1 2-2-16,4-1 5 0,7 0 1 0,8 2-4 15,6-1-1-15,9 2 0 0,-3 2-4 16,6-1 1-16,2 1 3 0,1 1-3 15,1-2 2-15,2 5 2 0,0-1 0 16,0 1 3-16,0-5 3 0,0 1-3 16,2 1 1-16,-2-6 2 0,3-5-2 15,-2-1 2-15,4-9 3 0,-5-1-4 16,4-10 1-16,-4-10-1 0,-1-4-6 0,-2-16 1 16,-2-8-1-16,1-14-4 0,-1-12 1 15,1-7 1-15,1-10-3 0,-2-2 2 16,4 2 3-16,-4 4 0 0,2 13 2 15,-1 9 2-15,2 7-6 0,-1 5-1 16,3 2 1-16,-1 5-3 0,-2 7 0 16,3 4 1-16,-5 8-2 0,5 2 2 15,0 7 1-15,0 7-3 0,8 6 1 16,-2 4 1-16,3 8-5 0,3 5 0 16,-3 1 0-16,3 3-5 0,1 0 2 0,4-3 4 15,5 3-2-15,8 0 2 0,5-3 4 16,3 3-4-16,6 1 2 0,2 2 2 15,2 0-1-15,14 3 2 0,13 3 2 16,9 6-3-16,6 2 0 0,6 1 1 16,-15 0-2-16,-5 4 1 0,-2 4 1 15,-5-7-1-15,1 1 0 0,8-2 1 16,3-5-1-16,2-2 0 0,-2 1 1 16,-15-3-2-16,-2 0 0 0,-8 0 1 0,-4 0-2 15,7-3 1-15,-10 1 1 0,5 2-1 16,2-4 1-16,-2 4 1 0,1-3-2 15,-7 3 1-15,-1 0 1 0,-13 0-1 16,-2 3 0-16,-2-3 3 0,-2-3-4 16,-1 1 1-16,1 2 1 0,2-4-2 15,-3 1 1-15,0 1 0 0,2-2-1 16,-7 2 1-16,5 1 1 0,-7-1-2 16,1 2 1-16,-2 2 2 0,-2 2-3 0,5-1 1 15,-1 2 1-15,0-1-2 0,-9-2 1 16,6 5 0-16,-10-5-1 0,1 1 1 15,9 1 3-15,-17-4-3 0,10 0 1 16,-1 0 2-16,-2-1-3 0,5-1 0 16,4 2 3-16,-1 0-5 0,-1 2 2 15,2 1 0-15,-1 3-3 0,-5-2 0 16,4 2-3-16,-5-1-27 0,-2 2-18 16,-4-1-45-16,-7 2 45 0</inkml:trace>
  <inkml:trace contextRef="#ctx0" brushRef="#br0" timeOffset="15290.28">19989 13192 1296 0,'-51'10'56'0,"2"4"6"0,-5 7-24 0,9 4-10 0,12-2-11 16,12 2-4-16,21 2-6 15,12 2-4-15,22 7 0 16,5 0-1-16,20 6 3 16,-5 4 3-16,0-1 3 15,-6 0 1-15,-21-4-3 0,1-4-2 16,-17-7 0-16,-7-4 3 15,-14 2 1-15,-11 1 1 16,-12-7-3-16,-6 1-1 16,0-17-2-16,-5-6-3 15,14-30 0-15</inkml:trace>
  <inkml:trace contextRef="#ctx0" brushRef="#br0" timeOffset="15523.05">20670 13340 1347 0,'-7'59'50'15,"-2"8"-4"-15,-8 7-14 16,4-1-18-16,-1-4-4 0,14-13-5 15,3-13 1-15,6-20 0 16,2-11-9-16,1-39 1 16</inkml:trace>
  <inkml:trace contextRef="#ctx0" brushRef="#br0" timeOffset="15728.89">20882 13259 1605 0,'-38'-18'38'0,"-19"2"-30"16,6 8-5-16,-13 11-2 15,-11 3 0-15,3 11-1 16,-2-1 0-16,25 1 0 16,11 1-1-16,29-6 0 15</inkml:trace>
  <inkml:trace contextRef="#ctx0" brushRef="#br0" timeOffset="16181.92">20907 13807 1262 0,'2'0'92'0,"-2"-9"90"16,4-3-123-16,4-24-29 15,10-14-13-15,12-25-12 16,4-9 0-16,1 9 3 16,-7 11 2-16,-17 28-10 15,-7 15-4-15,-4 18 2 0,0 6-1 16,5 10 2-16,5 8 2 15,1 20-2-15,2 7 0 16,2 7-1 0,-6 1 1-16,-3-10 1 0,-1-10 1 15,1-16 2-15,4-10 4 16,8-16 2-16,15-24 1 16,14-37-6-16,5-17-8 15,-4-6-5-15,-5 0-2 0,-17 34 7 16,-8 20 3-16,-6 20 1 0,-8 13-4 0,-1 12-4 15,-1 15 1-15,2 10 4 0,1 10 1 16,-2 7 2-16,1 6 1 0,-2-2-2 16,2-4 2-16,4-3 1 0,1-7-2 15,4-4-7-15,4-14 20 0,1-10-13 16</inkml:trace>
  <inkml:trace contextRef="#ctx0" brushRef="#br0" timeOffset="16991.37">22741 9871 374 0,'0'34'114'0,"5"11"72"0,1 27-4 0,-5 13-6 16,2 10-44-16,-6-4-21 16,2-10-54-16,-5-10-25 15,6-7-22-15,0-4-3 0,3-4 2 16,6-4-23-1,0-14 10-15</inkml:trace>
  <inkml:trace contextRef="#ctx0" brushRef="#br0" timeOffset="17154.62">22746 11135 1113 0,'0'16'69'16,"0"10"90"-16,0 14-150 15,0 10-1-15,0 2 2 0,-5-1-2 16,4 1-2-16,-2-5-2 16,1 1-2-16</inkml:trace>
  <inkml:trace contextRef="#ctx0" brushRef="#br0" timeOffset="17324.45">22753 12061 1408 0,'-1'47'34'0,"-2"4"-28"16,-2 6-2-16,-2 3-1 15,-2 0-1-15,-2-2 0 16,1-4 0-16,4-6-17 16,3-9 11-16</inkml:trace>
  <inkml:trace contextRef="#ctx0" brushRef="#br0" timeOffset="17478.39">22696 13415 1150 0,'-12'63'67'0,"8"2"19"0,1 4-33 16,3 15-32-16,0 9-10 15,-5 3-6-15,1-2-9 16,-1-25 3-16</inkml:trace>
  <inkml:trace contextRef="#ctx0" brushRef="#br0" timeOffset="17642.56">22702 14772 1083 0,'-4'17'64'0,"-10"28"-13"15,2 6 30-15,2 13-21 16,1 10-8-16,1 22-35 15,1 6-18-15,2-3 0 0</inkml:trace>
  <inkml:trace contextRef="#ctx0" brushRef="#br0" timeOffset="17767.14">22590 16084 1244 0,'3'-6'69'0,"-11"42"-31"0,-1 33 67 15,6 17-98-15,-6 4-3 16,8 0-15-16,-7-6 10 0</inkml:trace>
  <inkml:trace contextRef="#ctx0" brushRef="#br0" timeOffset="17969.12">22515 17267 1476 0,'-11'53'40'0,"7"-1"-22"0,4 10-14 16,4 1-2-16,4-3-1 16,1 4 0-16,3 14 70 15,-3-4-53-15</inkml:trace>
  <inkml:trace contextRef="#ctx0" brushRef="#br0" timeOffset="18930.38">19412 10146 1429 0,'-9'-34'38'0,"4"4"-23"0,5 18-10 0,0 6-4 16,0 12-1-16,5 10-5 15,2 31-1-15,4 11 2 16,-4 26 1-16,2 3 1 15,-4-6 2-15,2-1 1 16,-1-11 3-16,2-9 0 0,4-14-1 16,-6-11 1-1</inkml:trace>
  <inkml:trace contextRef="#ctx0" brushRef="#br0" timeOffset="19151.2">19787 9769 1553 0,'-18'-11'38'15,"-12"7"-28"-15,-18-2-10 16,-12 1 0-16,-9-1 0 16,1 2 2-16,2 5 1 15,-3 7-1-15,-7 4 1 16,-6 1-1-16,4 2-1 15,1 0 0-15,25-6-1 16,17 0-13-16,26-9 8 16</inkml:trace>
  <inkml:trace contextRef="#ctx0" brushRef="#br0" timeOffset="19534.32">19701 10613 1097 0,'0'3'93'0,"0"-2"53"16,21-1-78-16,14-6-22 15,20-9-28-15,14-7-2 16,-4-8 0-16,-10-5 5 15,-23 4 9-15,-16-2-1 16,-20 6-1-16,-10-2-3 0,-11 2-10 16,-10 9-4-16,-4 9-6 15,0 8-3-15,2 20-8 16,5 13-4 0,8 23-2-16,9 17 1 0,15 12 2 15,9 5 5-15,14-7 3 16,7-11 1-16,13-26 5 15,8-12 4-15,0-27 1 16,8-14-2-16,-8-22-79 0,1-18 52 16</inkml:trace>
  <inkml:trace contextRef="#ctx0" brushRef="#br0" timeOffset="19752.3">20273 9551 1544 0,'1'24'30'16,"7"17"-34"-16,-7 11-1 0,11 26 0 15,6 21 0-15,-1 32 0 16,5 14 3-16,2-3 2 16,2-8 0-1,-2-26 4-15,4-17 0 0,8-17 3 16,2-10 1-16,2-25-5 15</inkml:trace>
  <inkml:trace contextRef="#ctx0" brushRef="#br0" timeOffset="20281.25">20709 10758 1414 0,'0'-9'65'16,"0"-3"20"-16,-4-9-44 15,1-9-20-15,-2-6-5 16,8-10-6-16,2-7-2 0,8-2-3 16,5 7-2-16,2 18-1 15,-2 6-2-15,-6 18-1 16,-3 6-3-16,4 10-3 16,1 11 1-16,4 17 3 15,7 7 1-15,-5 6 2 16,-1 0 1-16,2-8 0 15,-7-8 1-15,-5-17 4 16,-6-15 5-16,1-8 6 16,1-16 0-16,2-27-3 15,4-16-8-15,5 4-7 0,2-5 0 16,3 26-5-16,-3 12 4 0,12 11 2 16,-4 7-2-16,-1 9 0 0,5 9-1 15,-7 7-5-15,2 7 2 0,5 2 3 16,-9 5-1-16,2 0 3 0,-8 2 2 15,-6 1-3-15,1-5 2 0,-2 2 1 16,4-4-3-16,-2-5 41 0,-1-8-28 16</inkml:trace>
  <inkml:trace contextRef="#ctx0" brushRef="#br0" timeOffset="20453.4">21589 10526 1572 0,'0'1'40'0,"-9"7"102"16,-7-2-107-16</inkml:trace>
  <inkml:trace contextRef="#ctx0" brushRef="#br0" timeOffset="23936.33">25529 14703 1186 0,'0'0'119'0,"1"0"191"0,-1 2-301 0,0 1-11 0,0 4 0 16,0 7 2-16,-4 2-3 0,2 11 2 15,-1 3 2-15,-1 9-2 0,-1 6 1 16,1 9 1-16,-1 6-1 0,2 5 0 16,-1-7 2-16,2-2-2 0,-1-7 1 15,3-5 1-15,3-1-2 0,-1-4 1 16,2-7 0-16,1-2-1 0,-5-9 2 16,3-5 0-16,-3-2-1 0,0-7 1 15,-3-1 4-15,1-3 1 0,-1-3 6 16,-6-3 5-16,0-3-3 0,0-4-1 0,-7-4-2 15,-1-2-5-15,2-2 3 0,-1 1 4 16,0 4 0-16,7 4 3 0,0 3 5 16,6 1-5-16,1 4 0 0,2 1-3 15,0 0-9-15,0 0-3 0,0 0-2 16,0 0-2-16,5 3 1 0,7 4 2 16,-6 7-1-16,3 2 3 0,-2-1 1 15,-3 5-4-15,4-2 1 0,-2-1 2 0,1-3-4 16,2-1-4-16,0-2 1 0,0-5-6 15,0-2 7-15,6-1 6 0,5-3 2 16,5-7 5-16,4-4-2 0,5-4-5 16,-4-3 1-16,-3 1 0 0,-9-6-4 15,-4 2 1-15,-7 5 2 0,-7 2 0 16,0 2 5-16,-4 8 4 0,1-1 1 16,1 5 1-16,-5-3 0 0,2 3-5 15,-1-1-2-15,-1 1-3 0,-1 0-5 16,-1 1-1-16,-4 4 0 0,-4 1-3 15,-7 0 3-15,-9 3 4 0,-1-2-2 0,-1 1 4 16,-1-2 1-16,2-3-4 0,0-2 2 16,5 2 2-16,4-6-5 0,7 2 2 15,6 1-2-15,6-5-38 0,7 2-72 16,16 0 67-16</inkml:trace>
  <inkml:trace contextRef="#ctx0" brushRef="#br0" timeOffset="24417.97">25763 16095 1690 0,'-27'-8'47'0,"1"-1"-16"0,-4 0-26 0,5 5-4 0,4 1 0 0,-2 3-4 0,-2 3 2 16,-2 3 1-16,-6 10-2 0,1 5 0 16,-7 14 2-16,-3 5-3 0,-5 11 3 15,3 5 4-15,7-1-3 0,10-1 3 16,15-9-1-16,3-6-5 0,1-9 2 0,13-3 0 15,7-1-3-15,9-5 1 0,15-6 4 16,10-8-1-16,5-7-2 0,6-13-38 16,3-11 25-16</inkml:trace>
  <inkml:trace contextRef="#ctx0" brushRef="#br0" timeOffset="24694.48">25836 16260 1699 0,'-31'-14'203'0,"-232"10"-323"16,661-34 121-1,-311 38-3-15,-50 8 2 0,-11 5-3 16,-8 4 0-16,-9 8 1 0,-2 2-1 16,-7 8 5-16,-9-4 3 0,-6 2-1 15,-9-3 0-15,-4-4 1 0,2-5-3 16,-1-6 2-16,2-2 2 0,-1-2-3 0,-4-11 1 15,5 0 2-15,-10-12-5 0,5-6 2 16,3-8 2-16,0-7-4 0,8-7 4 16,5-7 2-16,4 4-2 0,7 1 3 15,6 10 0-15,12 7-7 0,4 2 2 16,8 7 0-16,8 2-11 0,8 10-55 16,13 4 43-16</inkml:trace>
  <inkml:trace contextRef="#ctx0" brushRef="#br0" timeOffset="24945.18">26354 15708 1775 0,'-2'-21'0'0,"2"4"-57"15,0 4-11-15,0 8 19 0,2 5 27 16,1 3 6-16,-3 6 12 0,1 8 11 0,4 10 5 15,-2 7 11-15,1 14 0 0,-2 9-7 16,1 6-2-16,1 3-3 0,-1-1-6 16,2-2-2-16,1-3 2 0,3-6-5 15,0-5 3-15,-6-13 2 0,1-7-3 16,-1-10 3-16,-1-7 1 0,-2-12-22 16,12 0-331-16,-6-22 247 0</inkml:trace>
  <inkml:trace contextRef="#ctx0" brushRef="#br0" timeOffset="25150.38">26612 15595 1998 0,'0'5'39'16,"4"11"-42"-16,5 14-11 0,9 14 1 15,6 16 6-15,-13 1-2 0,4 4 5 16,-9-8 3-16,-2-2-3 0,1-7 3 15,-5-4 3-15,0-2-1 0,3-8 1 0,-2-4 3 16,8-4-15-16,2-8-35 0,4-6-67 16,9-8 61-16</inkml:trace>
  <inkml:trace contextRef="#ctx0" brushRef="#br0" timeOffset="25492.78">26870 16045 2020 0,'-29'-36'50'0,"-157"-135"-297"15,522 344 250 1,-297-145-1-16,-22-28 3 0,-7 2-3 16,-2-2 1-16,-4 0 2 0,5 0-5 15,-6-6 0-15,3-3-15 0,-1-8-26 16,4-8-30-16,-3-10-20 0,-5-7-73 0,-5-1 32 15,-4 4 103-15,-5 9 59 0,-4 7 100 16,-1 11 5-16,-3 11-66 0,3 1-37 16,-3 4-10-16,-1 10-14 0,-1 4-5 15,2 10 0-15,-1 13-4 0,7 5 2 16,6 5 5-16,9-1 1 0,0-5 8 16,9-5 9-16,6-7 3 0,7-4 1 15,4-5-4-15,4-3-10 0,1-8-7 16,7-4 1-16,7-9-4 0,6-9-24 0,6-9-62 15,-6-12 50-15</inkml:trace>
  <inkml:trace contextRef="#ctx0" brushRef="#br0" timeOffset="25725.75">27544 15880 1845 0,'-61'-13'44'16,"10"-1"-39"-16,11 2-10 0,19 8-4 15,4 4-5-15,8 0 4 0,2 9 3 16,-2 4 1-16,-2 5 1 0,1 11 2 0,1 5-1 16,0 7 4-16,9 4 4 0,0-2-2 15,4-7 3-15,17-3 0 0,6-3-5 16,11-4 1-16,5-4 5 0,5-10-3 16,3-7-3-16,4-11-33 0,1-17 122 15,-4-13-79-15</inkml:trace>
  <inkml:trace contextRef="#ctx0" brushRef="#br0" timeOffset="25925.34">27840 15320 2188 0,'-3'-5'26'0,"3"7"-90"15,4 11-20-15,10 20-3 0,7 14 20 16,0 13 44-16,1 13 17 0,-2 0 6 15,-7 1 0-15,-2-1-1 0,-1-7 2 0,1-3 1 16,2-6-2-16,-1-6 0 0,2-10 2 16,-5-8-62-16,12-6-294 0,4-11 238 15</inkml:trace>
  <inkml:trace contextRef="#ctx0" brushRef="#br0" timeOffset="26041.68">28113 15616 2214 0,'-66'-12'50'0,"6"3"-73"0,-9 5-103 15,6 8 80-15</inkml:trace>
  <inkml:trace contextRef="#ctx0" brushRef="#br0" timeOffset="27001.2">26190 16966 1568 0,'0'0'55'0,"3"0"6"0,-1 0-48 0,1 6-13 0,3 9-1 0,4 7 0 0,1 13-4 16,5 10 2-16,2 10 3 0,-1 10-1 15,-1 2 2-15,-5-2 1 0,-7-8-2 16,-1-5 1-16,-3-5 2 0,-9-5-1 16,-3-3 4-16,-1-5 2 0,-5-4-2 15,1-3 4-15,1-10 1 0,7-4-5 16,0-5 0-16,4-7-6 0,-2-1-19 15,2-7-11-15,1-8-16 0,-5-15-6 0,4-14 13 16,4-5 19-16,1 1 25 0,1 12 28 16,4 10 19-16,-1 13 1 0,1 4-4 15,-1 6-14-15,1 0-18 0,4 3-5 16,-2 3-2-16,5 1-6 0,6 4-1 16,9 5 2-16,3-1-5 0,0 3 2 15,3 2 1-15,2-5-3 0,1-3 0 16,6-5-5-16,-6-4-61 0,-2-4 46 15</inkml:trace>
  <inkml:trace contextRef="#ctx0" brushRef="#br0" timeOffset="27339.93">26781 17395 1588 0,'0'-2'93'0,"0"-1"84"0,0 2-155 15,15 1-24-15,3 1-2 0,0 2 0 16,0 9-6-16,-9 3 0 0,-3 9 4 15,-4 3-2-15,-7 5 7 0,-8 1 4 16,-8-2-2-16,0-5 9 0,-5-5 10 0,1-5 3 16,5-8 5-16,1-5-4 15,4-5-12-15,0-5-6 0,0-4-10 16,3-10-20-16,7-10-13 0,5-7-7 0,9-14-5 16,-4-8 11-16,-1-9 14 0,8 1 8 15,-3 19 11-15,17 14 9 0,-4 20 0 16,-1 15 3-16,2 3 4 0,-7 11-3 15,2 7 3-15,-1 1 2 0,1 7-2 16,1 7 2-16,-1-2 1 0,5 4-6 16,2-4-2-16,-7-7-1 0,2-3-5 0,-7-6 2 15,-1-4 1-15,-1-7-3 0,-2-2 2 16,0-5 2-16,-2-5-23 0,-2-10-35 16,-1-12 33-16</inkml:trace>
  <inkml:trace contextRef="#ctx0" brushRef="#br0" timeOffset="27541.08">27383 16844 2011 0,'0'-7'14'0,"-3"7"-62"16,15 4-15-16,3 13 7 0,6 13 27 15,4 9 18-15,2 9 11 0,-2 0 3 16,-4 3 2-16,2 1 8 0,-7-1 7 15,-4-6 0-15,0-6 1 0,2-6-6 0,1-1-7 16,0-4-5-16,0-1 1 16,1-3-32-16,-2-6-45 0,-2-9 45 0</inkml:trace>
  <inkml:trace contextRef="#ctx0" brushRef="#br0" timeOffset="27697.68">27742 17023 2208 0,'-48'-6'54'0,"6"3"-45"0,-3-2-50 0,3 5-24 16,3 5-8-16,0-1 8 0,0 5 31 15,5 0 24-15,7 0 8 0,3 0 2 16,6 2 4-16,2-7-24 0,7 1-83 16,0-5 69-16</inkml:trace>
  <inkml:trace contextRef="#ctx0" brushRef="#br0" timeOffset="28009.54">28141 17020 1868 0,'-10'30'43'0,"-1"-2"-36"15,4 7-3-15,-10-5-2 0,4-9 2 16,-1 1-4-16,-11-10 4 0,7-3 3 15,-5 0-2-15,4-9 3 0,-2 0-1 16,7-7-4-16,1-7 0 0,1 1 0 16,3-13-5-16,4 1 0 0,14-2 3 0,-4 1 1 15,11 13 4-15,-2 2 3 0,1 8-2 16,4 5 2-16,-2 10 5 0,10 1-1 16,7 8 5-16,11 9 1 0,0-3-8 15,6-1-1-15,6-1-5 0,3-10-5 16,14-7 2-16,11-8-12 0,2-21-74 15,15-24 58-15</inkml:trace>
  <inkml:trace contextRef="#ctx0" brushRef="#br0" timeOffset="31028.42">28647 9530 1138 0,'-5'0'28'0,"2"0"-16"0,3 0-5 0,0-4 8 16,5 4 19-16,-1-14 37 16,1-5 15-16,-1-16 5 15,-4-10-15-15,-9-15-28 16,0-3-13-16,-7-3-6 16,2 2-2-16,5 4-5 15,3 3-3-15,8 13-11 16,2 4-5-16,10 11-4 15,2 4-3-15,7 5 0 16,1 5-1-16,3 6-1 16,6 6 0-16,6 3 2 15,6 8 0-15,15 1 3 16,-2 1 1-16,-4 1-2 0,2-5 3 0,-5-3-3 16,-3-3 1-16,0-5 2 0,0 5-1 15,-6-3 0-15,-5 3 2 0,-7 0-2 16,-12-1-2-16,-7 1 1 0,-4 1-5 15,-7-2 1-15,0 1 4 0,-4 0-1 16,-8-3 3-16,3 1 5 0,-8-4-4 16,7 0 1-16,-2-3 3 0,0-3-4 15,-2-1 3-15,1-5 0 0,-1-6-2 16,2-2 1-16,-1 4 3 0,8 8-4 0,1 1 1 16,1 8-1-16,3 5-5 0,0 0-2 15,0 0-1-15,0 0-5 0,4 0 4 16,1 5 2-16,5 4-2 0,5 0 3 15,2-2 2-15,5 2-3 0,7-4 3 16,1-4 2-16,0-1-1 0,6-1 0 16,-7-2 4-16,0 1-4 0,-2 2 0 15,-14 0 1-15,-10 5-7 0,3 4 0 16,-6 4 2-16,-6 4-2 0,2 4 6 0,-11 1 2 16,-3 4-3-16,1-1 1 0,-7-1 3 15,1 0-3-15,2-1 0 0,-2 2 1 16,1 2-1-16,2-1 0 0,-7-1 1 15,5 1-1-15,1-5 0 0,0-5 1 16,9-1-2-16,3-4 1 0,4-7 2 16,4 1-2-16,1-5 2 0,0 0 7 15,0 0 2-15,0-5 7 0,0-1 5 16,-3-4-5-16,1-7-3 0,2-5-1 0,2-11-6 16,5-3 0-16,2-6 1 0,5-6-7 15,-1-5 0-15,8 2 1 0,-7 0-4 16,7 8-5-16,-9 11-15 0,-6 11-19 15,4 14-14-15,-8 14-24 0,1 16-51 16,1 19 77-16</inkml:trace>
  <inkml:trace contextRef="#ctx0" brushRef="#br0" timeOffset="31489.68">29777 8631 1507 0,'-4'-2'44'0,"4"-2"-20"0,4 1-12 0,14-5-7 0,8 2-1 0,13-6 6 16,7 2-3-16,2 1-2 16,8 3 0-16,-17 9-4 15,-5 6 0-15,-11 7-3 16,-11 5 1-16,-12 11 1 0,-12 5 2 16,-11 6 3-16,-7 1-2 15,5-10 0-15,2-8-1 16,11-13 0-16,8-13 1 15,4 8-2-15,18-2 2 16,12 3-1-16,12 6-1 16,4 7 0-16,-10 4-1 15,-6-1-3-15,-12 5 3 0,-7-3-3 16,-7-6 3-16,-7-1 1 0,-4-4-1 0,-7-2 1 16,-7 1 2-16,-6-6-3 0,11 0 3 15,2-5 0-15,-2-2-1 0,11-2 2 16,-4-2 3-16,-4-7-20 0,8-4-106 15,-2-13 83-15</inkml:trace>
  <inkml:trace contextRef="#ctx0" brushRef="#br0" timeOffset="31789.14">30347 8767 1594 0,'-1'0'36'0,"-7"4"-30"15,2 10-2-15,-6 16-6 16,5 7-1-16,7 7 2 16,0-4 0-16,12-10 1 15,0-9 2-15,10-18 4 16,5-3 2-16,8-16 7 16,2-5 0-16,-5-14 1 0,-8-8 0 15,-14-11-4-15,-10 0 0 16,-9 7-2-16,-6 11-2 15,-10 25-4-15,-4 3-3 16,-1 17-3-16,3 6-2 16,14 4 0-16,5 5-31 15,22-13 23-15</inkml:trace>
  <inkml:trace contextRef="#ctx0" brushRef="#br0" timeOffset="32177.17">31157 8535 1251 0,'-18'-3'59'15,"-10"3"3"-15,-8 7-24 16,-3 10-27-16,-5 4-6 16,14 10 1-16,9 4 2 15,18 5 4-15,11 0 2 16,19-1 2-16,3-7-1 0,7-11-4 16,-1-5-1-16,-12-7-1 15,-6-3 3-15,-9 3 2 16,-9 2 0-16,-13 4-4 15,-8 4-2-15,-9 1-5 16,4 1 0-16,8-9-15 16,17-11-142-16,-10-1 106 15</inkml:trace>
  <inkml:trace contextRef="#ctx0" brushRef="#br0" timeOffset="32428.85">31226 8764 1101 0,'8'0'106'0,"10"-2"151"16,9-5-194-16,15-11-15 16,-3-5-11-16,3-8-23 15,-12-5-3-15,-11-3 2 16,-7 2 1-16,-19 1 4 0,-7 3 0 16,-11 15-7-16,-5 9-1 15,7 16-10-15,1 7-3 16,5 20-1-16,8 2 0 15,2 12 2-15,7 3 2 16,4-5 0-16,4-4 0 16,1-15 2-16,-2-6 1 15,8-16 0-15,6-5-6 16,12-14 3-16</inkml:trace>
  <inkml:trace contextRef="#ctx0" brushRef="#br0" timeOffset="32760.35">31515 8424 1755 0,'3'0'37'15,"-1"0"-37"-15,10 4-2 16,6 10-1-16,7 19 0 16,1 9 0-16,-1 15-1 15,-13-5 2-15,-10-5 2 16,-2-9 1-16,-5-17 2 0,5-7-1 15,0-14 8-15,-4-3 2 16,4-21-5-16,7-18-8 16,11-30-32-16,5-12-4 15,7 0 5-15,-2 14 7 16,-8 31 23-16,-5 18 1 16,-9 21 0-16,3 7-1 15,-2 13 1-15,2 8 1 0,0 2 3 16,3 5-3-16,-3-8 1 0,0-3 2 15,0-2-3-15,0-1 0 0,0-3 2 16,2-1 99-16,-1-8-71 0</inkml:trace>
  <inkml:trace contextRef="#ctx0" brushRef="#br0" timeOffset="33078.78">32079 8211 1453 0,'-12'-5'51'0,"2"-1"0"16,-2 8-42-16,-6 13-7 16,-2 9-1-16,2 15 2 15,5 1-1-15,10 4 0 16,7-2 2-16,11-11 0 16,3-2 3-16,-1-17 1 15,-7-3 2-15,-1-5 0 16,-7-4 1-16,-1 0-2 15,-1 2 0-15,-1 11-4 16,-2 4-2-16,-5 7-2 16,4 4 0-16,-2 1-1 15,-2-8 1-15,4-8-3 16,1-11-28-16,-2-17 22 16</inkml:trace>
  <inkml:trace contextRef="#ctx0" brushRef="#br0" timeOffset="33305.42">32225 8304 1312 0,'13'1'60'0,"2"4"13"16,-3-1-23-16,-4 10-23 16,-7-1-6-16,-10 17-7 0,-4 5-5 15,-10 7-6-15,-2-6 0 16,1-9 2-1,10-8 0-15,5-14 26 0,5-4 17 16,1-11 10-16,3-10 1 16,0-19-29-16,0-10-26 15,10-16-46-15,1 2-31 16,14 9 34-16</inkml:trace>
  <inkml:trace contextRef="#ctx0" brushRef="#br0" timeOffset="33586.44">32318 8091 1711 0,'-2'-9'50'0,"2"1"-15"15,9 8-29-15,12 12-11 16,11 6-2-16,2 24-2 16,1 6 1-16,-11 17 3 15,-14-5 3-15,-10-8 2 16,-6-8 1-16,-9-20 3 15,2-9 1-15,-2-12 16 16,0-6 19-16,0-18 7 16,4-9-1-16,14-29-25 15,14-10-42-15,22-16-43 16,6 2-1-16,0 19 7 16,-5 14 13-16,-10 22-88 0,-7 11 94 15</inkml:trace>
  <inkml:trace contextRef="#ctx0" brushRef="#br0" timeOffset="33824.82">32757 7939 1512 0,'-6'5'44'16,"-13"7"-12"-16,1 6-15 16,-3 3-5-16,-2 1-2 15,16 5-5-15,2 2-1 16,13 1-3-16,5-3 1 0,10-6 0 15,2-6 2-15,-4-3 0 16,2-3-1-16,-17 4 0 16,-6 7-1-16,-15 10 0 15,-8 4 0-15,-8 11 0 16,-10 5-1-16,-4-2-26 16,-1-5 19-16</inkml:trace>
  <inkml:trace contextRef="#ctx0" brushRef="#br0" timeOffset="36022.8">29677 7280 552 0,'-3'-21'53'0,"1"0"94"0,2 7-145 0,0-2 0 0,0 2 66 16,2 1 51-16,-2-4 66 16,0 4 13-16,0-7-44 15,0 5-44-15,-5 2-60 16,1 4-15-16,-1 6-24 15,2 4-7-15,-3 25-7 16,-1 17-2-16,-2 41 4 16,3 15 0-16,6 4 1 15,4-5 0-15,11-23 1 16,6-17 0-16,0-22-1 16,2-9 1-16,-7-16 2 15,2-11 2-15,2-11 1 0,2-13 5 16,5-7-5-16,12-13 0 0,5-16-1 15,2-9-5-15,2-12 0 0,0-12 1 16,-3 1-2-16,3-3-2 0,-4 11-6 0,-8 15-6 16,-6 9 1-16,-23 17 3 0,-7 10-1 15,-9 10 5-15,-7 5 3 0,-10 6-1 16,-4-1 5-16,5 4 0 0,-7 1 0 16,5 1 1-16,-7 5 2 0,-5 2-3 15,0 0 1-15,-2 9 1 0,-7 3-2 16,-4 11 0-16,-13 2 1 0,-8 10-2 15,-8 4 1-15,1 7 0 0,11-2-1 0,23-4 1 16,25-10-2-16,20-7-18 0,20-8-68 16,23-11 58-16</inkml:trace>
  <inkml:trace contextRef="#ctx0" brushRef="#br0" timeOffset="36649.83">30506 7335 1365 0,'0'-21'56'0,"3"5"-5"0,3 2-29 0,6 10-7 0,6 8-14 16,-1 11-4-16,4 18 0 16,-5 6 0-16,-7 12 3 15,-7 1 1-15,-16-5 1 16,-2 1 0-16,-2-21 3 15,1-6 1-15,4-12 9 16,1-9 6-16,-6-14 6 16,1-11 0-16,-1-23-7 15,6-9-6-15,8-21-5 16,8 6-1-16,8 12-2 16,-3 17-2-16,5 34-4 15,-2 9-4-15,-3 13-2 0,0 14 3 16,1 2 0-16,-1 5 2 0,2 0 2 15,5-7-2-15,7 3 1 0,2-7 3 16,1-4-4-16,7-4 2 0,-2-4 3 0,2-7-4 16,-4-4-31-16,1-10 23 0</inkml:trace>
  <inkml:trace contextRef="#ctx0" brushRef="#br0" timeOffset="36911.21">31052 6837 1485 0,'-16'-54'36'15,"4"9"-19"-15,3 9 2 16,9 23-2-16,4 5-1 16,8 22-10-16,6 8-6 15,5 19 1-15,2 4-1 16,-4 4 1-16,2 4 1 15,-7-8-1-15,2 1 1 16,-3 7 0-16,-4 7 0 0,-2 16-1 16,-2 2-28-16,2-6 19 15</inkml:trace>
  <inkml:trace contextRef="#ctx0" brushRef="#br0" timeOffset="37127.08">31424 6909 1253 0,'-42'9'40'0,"-10"3"-12"16,-8 2-1-16,-9 1 2 16,-6 1 0-16,-6-2-4 15,4-2-6-15,20-5-10 16,6-2-1-16,32-5-26 15,8-5 15-15</inkml:trace>
  <inkml:trace contextRef="#ctx0" brushRef="#br0" timeOffset="37422.42">31658 7025 561 0,'-9'52'142'16,"0"-4"122"-16,-12-10-79 15,-2-7-39-15,-2-14-51 0,-1-4-16 16,-4-17-24-16,12-13-5 16,-4-17-9-16,6-13-5 15,16-16-25-15,9-1-8 16,9 14-4-16,1 16-1 15,3 34-2-15,4 19 0 16,10 20-1-16,3 5 1 16,16 1 3-16,10 0 1 15,16-17-5-15,6-8 3 0</inkml:trace>
  <inkml:trace contextRef="#ctx0" brushRef="#br0" timeOffset="43968.43">20882 14825 1375 0,'-5'-21'62'0,"1"3"28"0,1 6-65 0,3 7-12 15,0 4-3-15,3 1-4 0,1 0 0 16,5 0 1-16,-4-3 3 15,-1 1 0-15,-1 2 0 16,-3 0-2-16,0 2-1 16,-3 13-2-16,3 3 1 15,-9 16-1-15,9 11-1 16,-4 15-2-16,4 8-1 16,3 7 0-16,1 1-1 15,2 5 0-15,3 2 0 16,-1 2 0-16,-7 6 0 0,2 8 1 15,-3 0-1-15,-3-15 1 16,3-4-1-16,3-23 3 0,-3-5-3 16,5-5 0-16,2-13 2 0,-7-11-2 15,0-11 0-15,0-8 3 0,-3-4-2 16,8 0 2-16,-5-4-14 0,4-10 92 16,-4-16-62-16</inkml:trace>
  <inkml:trace contextRef="#ctx0" brushRef="#br0" timeOffset="45382.97">21753 16209 1417 0,'-26'4'64'0,"-5"4"17"0,-13-1-40 0,-11 2-22 0,-5 0-3 0,-18-4-4 16,-12-5 1-16,-22 0-2 16,-22-5 1-16,-8 1 1 15,-4 1-1-15,-14 6 0 16,-13 1-3-16,-8 10-2 15,-8-2-2-15,12 6-3 16,18-5-1-16,28-1 1 16,14-7 0-16,24-5 0 15,6 0-1-15,14 1 0 16,9 2 1-16,17 2 6 16,13-2 1-16,19-3 0 15,6 1-1-15,1-1-6 0,8 0 0 16,0 0-3-16,3 3-2 0,-3-3 1 15,2 5-1-15,1 5 2 0,-2 7 3 0,2 10-2 16,2 10 0-16,1 11 1 0,-2 12-2 16,4 12 0-16,1 8 2 0,0 1-3 15,0-4 2-15,-2-5 0 0,2-7-2 16,0-1 2-16,0 2 1 0,-1 8-1 16,5 8 0-16,1 7 1 0,1-1-2 15,-5-4 1-15,2-9 1 0,-4-9-1 16,-2-6 0-16,-3-9 2 0,-2-9-2 15,4-7 0-15,-2-14 3 0,-2-6-3 0,-1-6 2 16,0-9 3-16,0 0-1 0,0 0 7 16,0 0 10-16,0 0 1 0,0 0 0 15,0 0-2-15,0 0-16 0,0 0-3 16,3 0-1-16,3 3-1 0,4-3 4 16,4 0 5-16,2 0-3 0,8 0 2 15,6-3-1-15,0-2-5 0,9 1 2 16,-1-1 0-16,2 4-3 0,11 1 2 15,12 0 1-15,8 4-4 0,7 1 1 0,0-4 2 16,-5 2-2-16,13 2 0 0,-5-2 1 16,4 0-2-16,16 3 1 0,-1-2 5 15,-1-4-4-15,-4 0 4 0,-10-7 2 16,-4-2-6-16,-6-5 3 0,3 5 0 16,-1-1-4-16,5 4 2 0,5 3 1 15,-3-2-4-15,-15 4 1 0,-12-2 1 16,-9-2-2-16,-9 4 2 0,-5 1 1 15,-4 0-3-15,-4 0 2 0,-4-3 1 16,-5 1-2-16,-1 1 2 0,-7-4 3 16,-4 4 5-16,-1-4 7 0,1-2 7 0,-5 2-2 15,9-1-3-15,-5 2-3 0,-1-1-8 16,2-2-2-16,-5 2-2 0,9-7-3 16,0 3-1-16,0 0 3 0,-2-4-4 15,-2-1 1-15,4-1 4 0,7-4-4 16,-2-5 5-16,2-3 2 0,-7-8-4 15,5-11 2-15,-2-11-1 0,-6-17-4 16,9-10 1-16,-9 0 3 0,-3 6-4 0,-2 9 2 16,-5 14 3-16,-1 2-4 0,-1 7 2 15,3-1 0-15,-4 1-3 0,7-3 1 16,0 1 1-16,-5-2-4 0,10 5 1 16,-2 2 1-16,0-2-3 0,7 1 1 15,-1 4 2-15,-1 1-4 0,1 4 3 16,-2 5 1-16,-5 5-2 0,5 4 1 0,-2 7 1 15,-5 2-4-15,0 6 3 16,0-1 1-16,-5-1-1 0,5 7 2 0,-3-2 3 16,-6 1-4-16,8 2 1 0,-4 0 2 15,-1-3-4-15,-3 2 1 0,-1 1 3 16,-7-3-3-16,-4 1 3 0,0-2 0 16,-9-1-3-16,-4 2 0 0,-2-1 3 15,-3-1-4-15,1 1 2 0,4 4 1 16,-5-5-3-16,0 5 1 0,3 0 1 15,-6 0-2-15,4-3-17 0,3-1-32 0,-7-1-94 16,-2-4 81-16</inkml:trace>
  <inkml:trace contextRef="#ctx0" brushRef="#br0" timeOffset="46265.68">19847 16485 1395 0,'-9'-14'45'0,"-5"2"3"0,-2 3-40 16,-2 3 1-16,-3 3 6 0,0 3 2 15,-2 8 3-15,-5 1 1 16,5 1-2-16,-4 2-1 16,8 5-6-16,1-5-4 15,9 6-7-15,9 4-2 16,9 7-2-16,13 11-4 15,11 2 3-15,6-1 3 0,8-8 6 16,-11-8 5-16,-11-10 2 16,-8-4-2-16,-17-10-1 15,1 2 1-15,-1-3 5 16,-4 14 1-16,-5-8-3 16,-5 4 0-16,-7-1-5 0,0 1-4 15,-6 1 0-15,-6 2 1 0,6-4-4 16,6-4 0-16,6-1 2 0,8-2-3 15,4-2 0-15,-8 1-12 0,11-1-38 16,0 0 33-16</inkml:trace>
  <inkml:trace contextRef="#ctx0" brushRef="#br0" timeOffset="46686.62">20063 16474 1667 0,'-5'0'42'0,"1"0"-31"16,4 0-7-16,-3 11-5 0,1 13-1 0,2 28 0 0,2 22 0 15,4 16 2-15,-2-3 0 0,2-23-1 16,6-16 0-16,0-24 0 16,-3-6 0-16,5-14 3 15,-1-4-2-15,8-12 8 16,6-9 0-16,3-28-1 16,5-26 3-16,-5-21-6 15,-5 0-2-15,-7 23 1 16,-10 19 3-16,-8 31 11 15,-8 5 2-15,-5 11 11 16,-4-2-1-16,-2 4-12 0,4 2-4 16,1 3-9-16,1 3-4 0,1 2-1 15,-3 4 0-15,-5 4-3 0,2 7-12 16,-3 5-53-16,0 5 78 0,3 5-32 16</inkml:trace>
  <inkml:trace contextRef="#ctx0" brushRef="#br0" timeOffset="47572">19994 17218 1446 0,'-9'3'63'0,"-9"4"20"0,-8 8-55 0,-7 15-24 15,-1 9-1-15,11 14 0 16,7 2 0-16,7-1 0 15,4-1-2-15,8-14-1 16,3-9-3-16,11-12 7 16,4-6-2-16,15-15-36 15,6-8-138-15,4-32 106 16</inkml:trace>
  <inkml:trace contextRef="#ctx0" brushRef="#br0" timeOffset="47865.44">20171 17242 1343 0,'0'9'36'0,"9"12"-15"16,-2 3-9-16,2 9-2 0,0 1 3 15,-9 2 10-15,-4-1 2 16,-5-7 2-16,-5-7-1 16,-2-7 2-16,2-10-2 15,1-7 3-15,-2-7-3 16,0-19-4-16,6-2-4 15,4-4-1-15,5 1-1 16,11 11-7-16,-2 7-1 16,6 8-5-16,-2 7 1 15,4 5-1-15,-2 1-1 16,4 11 2-16,1 4-1 0,1-1 0 16,1 4-1-16,-1-7-5 15,0 2-23-15,0-6-38 0,-3-7 38 16</inkml:trace>
  <inkml:trace contextRef="#ctx0" brushRef="#br0" timeOffset="48137.02">20330 17192 1712 0,'3'-1'53'0,"-2"1"-13"16,-1-2-17-16,5 2-21 15,-1 6-5-15,8 8-3 16,6 10-1-16,0 19 3 15,-3 5 4-15,-4 3 1 16,-7-6 2-16,1-15 0 16,-1-9 1-16,-4-18 2 15,0 2 6-15,-1-10 16 0,-4-7 2 16,-2-31-13-16,-4-22-12 16,1-28-17-1,1 5-2-15,9 28 12 0,4 21 6 16,11 27 1-16,-1 7-4 15,7 8-3-15,6 3-6 16,-2 8-30-16,2 5-21 0,-3-4 31 16</inkml:trace>
  <inkml:trace contextRef="#ctx0" brushRef="#br0" timeOffset="48477.39">20748 16952 1501 0,'9'-7'55'0,"3"-2"14"16,2 1-69-16,-1 11-9 15,1 8 0-15,1 13 1 0,-2 10 5 16,-7 14 7-16,-3 12 1 16,-7 15 1-16,-4 3 0 15,-5-12 4-15,-4-12 9 16,-1-30 15-16,-4-13 7 15,-4-26 2-15,1-18-9 16,2-29-25-16,4-5-9 16,14 10 3-16,5 10 1 15,8 32 13-15,13 12-1 0,18 15-13 16,12 6-1-16,13 18-2 16,5 9-2-16,-3-1 23 15,12-1-17-15</inkml:trace>
  <inkml:trace contextRef="#ctx0" brushRef="#br0" timeOffset="51414.34">20433 12630 922 0,'0'0'130'0,"0"-9"93"16,0 0-53-16,0-11-105 0,0-2-24 0,0-4-25 15,-3-1-6-15,3 8-7 16,-6-1-1-16,3-4 0 16,6 3 0-16,-3-7-1 15,2-1 0-15,-2-7 1 16,0-6 0-16,4-6 1 16,2-4 1-16,-1 10 1 15,1 4-2-15,-3 23 2 16,-3 15 0-16,0-3 1 15,0 2 0-15,0 1-2 16,0 0-1-16,0 0-1 16,-3 0 0-16,3 0-1 0,0 0-1 15,4-3-31-15,1-6 23 0</inkml:trace>
  <inkml:trace contextRef="#ctx0" brushRef="#br0" timeOffset="52761.62">20868 12057 1340 0,'-34'12'33'0,"-4"-2"-11"0,-1-2 8 0,-1-5 18 16,-7-2 9-16,-17-1 2 15,-14-4-3-15,-17 1-11 16,1 1-5-16,4 2-10 16,7 2-5-16,14 4-10 15,5 0-4-15,13-2-5 16,3-1-1-16,13-3-3 16,-4-3 1-16,5 2-1 15,-2-7 1-15,-6 5 0 0,1 2-1 16,8-4 0-16,6 5 1 15,6 0 1-15,5 0 1 16,7 0 2-16,9 0 1 16,-3 0-3-16,3 0 5 0,0 0-3 15,-6-3 4-15,3 2 2 0,-2-4-6 16,1-4-1-16,-1-1-1 0,5-5-6 16,-9-11 1-16,6-4 0 0,-6-12 0 15,-1-7 2-15,5-7 3 0,-5-4-4 0,8 0 3 16,-5 8 0-16,-2 8-3 0,7 10 1 15,-1 5 2-15,3 8-4 0,0 3 0 16,0 2 3-16,-1 1-3 0,-2 1 1 16,1-1 1-16,-1 2-3 0,3-1 1 15,3-4 2-15,-3-2-3 0,0-3 1 16,2 2 1-16,-4 0-2 0,2 3 1 16,2 5 2-16,1 1-3 0,-2 0 1 15,4 0 0-15,-1 1-3 0,1-1 1 0,4 2 1 16,1-2-2-16,-4 0 2 0,11 0 2 15,1-2-2-15,6 1 0 0,7-1 2 16,4 1-4-16,7 2 2 0,7 2 1 16,5 3-3-16,8-3 2 0,-1 5 1 15,-1-1-1-15,12 1 0 0,-1 4 1 16,5-2-1-16,1 1 1 0,7 1 1 16,1-5-2-16,-2 5 1 0,-1 2 2 15,-8 1-4-15,-11-3 2 0,-6 4 1 0,0-2-2 16,-3 4 1-16,1-2 2 15,4 2-4-15,5 3 2 0,1 0 1 0,-1 2-2 16,-1-1 1-16,-6 1 1 0,-11-1-2 16,2 2 2-16,-12-3 1 0,2-3-3 15,-4-3 1-15,-7 0 2 0,2-3-3 16,-2 0 1-16,3 0 2 0,-3 0-3 16,1-3 1-16,-5 3 1 0,2 0-3 15,2 8 2-15,3-2 0 0,-4 3-3 16,-1 1 1-16,-8-1 1 0,-7 2-5 15,-2-2 4-15,-4-2 1 0,-1 1-2 0,-1-2 3 16,-2 1 2-16,0-2-2 0,3-1 0 16,-3 4 2-16,0 1-2 0,-3 4 0 15,3 1 1-15,0 7-1 0,0 4-1 16,-2 2 1-16,-1 3-1 0,-1 0 0 16,-1 3 1-16,2-5-1 0,-1 1 1 15,-1-4 2-15,5-5-2 0,0-1 0 0,0-7 3 16,0-1-4-16,-4-4 2 15,4-2 1-15,0-5-2 0,0 0 1 0,-2 0 1 16,-1 4-3-16,2 1 1 0,-8-5 0 16,1 9-2-16,-5 0 2 0,-8 3 1 15,0 4-1-15,-9 2 1 0,3-1 2 16,3-2-3-16,-3-2 1 0,9 2 3 16,-3-4-4-16,-5-1 2 0,10 1 1 15,-2-4-3-15,-3-1 3 0,-2-1 0 0,-2-2-3 16,-10 0 0-16,4 1 2 15,-8 1-2-15,-8 1 0 0,-5 3 2 0,-8-2-3 16,-3 5 1-16,-1 2 1 0,-5-2-1 16,3 3 0-16,9-3 2 0,6 0-3 15,4-3 1-15,8-3 2 0,0-2-2 16,8-1 0-16,-2-3 3 0,7 0-2 16,8-4 1-16,6 4 1 0,2-5-4 15,-4 5 1-15,-5 0 1 0,5 5-3 16,-2-4 1-16,1 5 1 0,-2 0-2 15,-4-1 1-15,5 2 0 0,5-5-18 0,7 1-33 16,1-3-33-16,-2 0 38 0</inkml:trace>
  <inkml:trace contextRef="#ctx0" brushRef="#br0" timeOffset="53485.64">20054 11659 801 0,'-8'-18'145'0,"4"2"193"0,-5-2-229 0,9 10-79 0,0-1-9 0,0 9-14 16,0 0-4-16,3 11-1 15,1 8 0-15,-2 8 3 16,2 11 0-16,1 1 2 15,-4-5 0-15,1-8-3 16,2-8 1-16,-4-14 5 16,0-2 2-16,0-2 12 15,0 0 5-15,0-14 0 16,-6-8 0-16,-4-20-10 16,1-6-4-16,0 4-5 15,4 5-1-15,5 11-4 16,5 8-2-16,4 7-3 0,3 5 1 0,1 4-3 15,-1 1 2-15,3 3 0 16,0 3-1-16,0 1 1 0,-3 1 2 0,2 2-3 16,-5 2 1-16,-2 0 0 0,2 5-1 15,3 2 1-15,-1-2 1 0,-4 4-2 16,5 1 1-16,-6-1 1 0,3 3-1 16,-1-3 0-16,-4-3 3 0,4 0-4 15,1-6 1-15,0-1-17 0,4-5 6 16,4-8 2-16</inkml:trace>
  <inkml:trace contextRef="#ctx0" brushRef="#br0" timeOffset="53887.32">20372 11487 1067 0,'0'4'29'0,"6"5"-14"0,-2 3-8 16,8 6-2-16,5 3 0 0,-4 3-1 0,8 0 0 0,-6-3-1 15,-3-7 1-15,-3-2 3 16,-4-3 16-16,-5-5 42 15,0 2 15-15,-5-1 11 16,-1-1-12-16,-4-4-27 16,1-4-7-16,0-2-7 15,0-8 0-15,4-7-15 16,1-4-5-16,4-7-6 16,1 2-4-16,10 11-2 15,-1 2-2-15,7 11-4 16,4 2-1-16,1 4-43 0,4 4-126 15,-1 1 109-15</inkml:trace>
  <inkml:trace contextRef="#ctx0" brushRef="#br0" timeOffset="54288.04">20955 11273 624 0,'-7'-11'108'0,"-2"1"73"0,-6 1-10 16,-9 7-69-16,3-1-25 15,-6 8-23-15,1 2 1 16,4 4-6-16,-1 1-8 16,8 9-13-16,5 4-6 15,10 16-10-15,4 9 0 16,11 13-2-16,5-1-1 0,-2-1-2 15,0-5-2-15,-5-17 0 16,-2-6 0-16,-5-23 2 16,-6-7 5-16,0-3 18 15,-5-12 1-15,-7-18-1 16,-1-6-3-16,-2-18-15 16,0 5 0-16,10 16-2 15,1 10 0-15,4 16-3 0,0 5-5 16,9-1 0-16,0 3 0 0,6-1-2 15,4 1 0-15,2-3 1 0,5 1-1 0,-1 2 0 16,7 0 1-16,1 5-61 0,3-10 45 16</inkml:trace>
  <inkml:trace contextRef="#ctx0" brushRef="#br0" timeOffset="56289.75">26973 2900 830 0,'15'-8'58'0,"2"1"19"0,-5 2-37 0,-6 4-20 16,-3-2 23-16,-6 3 34 15,-15 0 41-15,-21-2 6 16,-42-1-31-16,-27 2-34 15,-36-4-38-15,-18 5-5 0,-24-3-3 16,-9 3-2 0,-24 8-5-16,-23 5-1 0,6 8-4 15,-6-3 2-15,10-10 0 16,25-4 0-16,12-16 0 16,10-4 1-16,-1-2-3 15,-7 0 1-15,1 9-1 16,-2 4-1-16,38 8 0 15,11 5 2-15,42-1-3 0,13-2 1 16,28-4 2-16,11 2-2 0,15-3 0 0,12 0 3 16,6 0-4-16,11 0 1 0,5 0 2 15,-1 0-2-15,3 0 0 0,0 6 1 16,5 2-1-16,2 5 0 0,2 11 2 16,5 8-2-16,2 14 1 0,2 14 1 15,-1 15-2-15,1 11 0 0,-6 3 2 16,0 6-3-16,-3-4 1 0,-3 8 2 15,6 11-3-15,-8 1 1 0,4-5 1 0,1-14-1 16,-3-11 0-16,-2-12 1 0,2-8-2 16,-1-4 1-16,1-6 2 0,-2-4-2 15,1-8 1-15,-5-8 1 0,0-5-3 16,3-8 1-16,-2-3 3 0,2-6-3 16,-3-3 3-16,2-2 0 0,-2-1-3 15,3-1 0-15,6 5 0 0,0 1 0 16,7 1 1-16,7 4 3 0,2-1-4 15,10-2 1-15,4 1 2 0,15-2-4 16,0-3 4-16,10-3 4 0,5-3-4 16,4-3 4-16,17-3 0 0,23-6-6 0,19-9 3 15,12 3 2-15,6 5-5 0,-6 8 3 16,9 7 0-16,4 7-4 0,5 4 0 16,-3 2 1-16,-12 0-2 0,-3 0 1 15,-3-6 2-15,-3-3-2 0,-12-3 3 16,-5-3 1-16,8 0-2 0,0 0 3 15,9-8 0-15,3-2-3 0,-19 2 1 16,4 5-1-16,3 2-2 0,-8 1 0 16,-5 0 2-16,-13 3-3 0,-20 3-1 0,-14 3 2 15,-9 3-2-15,-17-5 2 0,-14 2 3 16,-10-4-3-16,-8-4 3 0,-2-1 2 16,0-1-3-16,-3 1 2 0,1-5 2 15,2 1-4-15,0-4 2 0,0-5 2 16,-1-5-4-16,1-10 1 0,-7-7 1 15,0-5 0-15,5-5 7 0,-5 0 8 16,-2-2 3-16,-2 1 6 0,-1 2 3 16,-1-1-4-16,0-4 1 0,6-1-5 15,0-10-9-15,7 0-5 0,6-13-4 0,0-13-5 16,9-5-2-16,-2-8 0 0,4 4-4 16,1 10 3-16,-6 5 2 0,0 7-1 15,-8 4 2-15,-4 0 1 0,-4 5-2 16,-5 8 1-16,0 4 0 0,-2 7-1 15,-1 6 1-15,-1 3 1 0,-1 6-1 16,4 6-1-16,-5 9 1 0,4 3-7 0,-1 7-2 16,-1 4 4-16,2 1-1 0,-2 0 4 15,-4 0 5-15,-4 1-6 0,-7 1 3 16,-14 1 3-16,-11 1-3 0,-8 1 1 16,-3-1 2-16,7 1-3 0,1-2 0 15,1-2 3-15,2 2-3 0,-8-3 1 16,-5-3 2-16,-11 3-3 0,-14 0 0 15,-17 0 1-15,-5 3-2 0,-4 2-9 16,3 7-32-16,15 1-58 0,-7 13-206 16,5-1 184-16</inkml:trace>
  <inkml:trace contextRef="#ctx0" brushRef="#br0" timeOffset="56708.6">23983 3397 1488 0,'-9'-24'47'0,"9"12"-7"0,7 12-40 0,11 26-6 15,5 8-2-15,1 25 2 16,-3 7 1-16,-6 4 3 16,-3 1 2-16,0-8 1 15,-2-3 2-15,-1-9-1 16,3-3 2-16,5-14-4 16</inkml:trace>
  <inkml:trace contextRef="#ctx0" brushRef="#br0" timeOffset="56995.8">24754 3637 1560 0,'0'5'37'0,"-8"5"-33"16,-1 10-2-16,-9 7-2 15,0 3 0-15,-10-2 1 16,-4-4 3-16,-1-9 9 15,6-10 8-15,2-13 10 16,2-5 1-16,7-20 1 16,4-3-7-16,10-12-14 15,8 9-1-15,18 13-13 0,3 17-2 16,26 20-1-16,2 14-2 16,1 17 4-16,1 6 1 15,-11 8 3-15,-4-5 0 16,-6-3-1-16,-3-9-25 15,-13-18 18-15</inkml:trace>
  <inkml:trace contextRef="#ctx0" brushRef="#br0" timeOffset="57378.81">25195 4152 449 0,'0'3'252'0,"0"-6"169"16,-5-3-45-16,-4-23-209 16,0-11-96-1,-4-44-59-15,8-17-5 0,7-16-6 16,7 2 2-16,6 32-3 15,-5 22-3-15,-5 40-3 16,5 12 0-16,-1 27 1 16,6 7 1-16,11 14 5 15,-1 8-1-15,1-2 0 16,-5-3-1-16,-17-12 3 16,-11-5 1-16,-20-5 3 15,-11-1 3-15,-5-5-3 16,-1-10-1-16,14-8-53 15,8-8 34-15</inkml:trace>
  <inkml:trace contextRef="#ctx0" brushRef="#br0" timeOffset="57582.41">25473 3264 1618 0,'0'-14'41'0,"2"4"-31"16,4 4-6-16,3 18-5 15,6 15-2-15,6 36 1 16,0 18 2-16,-3 18 3 16,-5 3 0-16,-1-5-1 15,6-11 0-15,8-20 0 16,-2-15-1-16,-5-33 0 16</inkml:trace>
  <inkml:trace contextRef="#ctx0" brushRef="#br0" timeOffset="57752.94">25724 3499 1432 0,'-14'-4'77'0,"-7"1"72"0,-4 6-139 16,-10 6-7-16,-4-3 0 16,-1 0-2-16,-1-2 0 15,7-4 0-15,5-3-1 16,13-1-37-16,13 2 27 15</inkml:trace>
  <inkml:trace contextRef="#ctx0" brushRef="#br0" timeOffset="57955.09">25896 3495 1515 0,'12'-9'46'0,"-6"9"-18"15,-1 4-13-15,-5 26-12 16,-5 14-1-16,-5 11 2 15,-1 7-1-15,-7-11 5 16,-4-8 8-16,-4-17 36 16,-1-11 13-16,-3-17 13 15,-3-11-7-15,11-22-35 16,1-8-15-16,16-17-28 16,14-12-48-16,30-2 36 15</inkml:trace>
  <inkml:trace contextRef="#ctx0" brushRef="#br0" timeOffset="58323.41">26004 3556 1659 0,'3'3'40'0,"3"15"-31"16,11 17-7-16,1 29-2 0,6 10 0 15,0 7 0-15,1 1 0 16,-5-22 0-16,-7-10 2 15,-7-16 1-15,-7-13 2 16,-7-12 17-16,-5-6 12 16,-13-16 4-16,-4-13 0 15,-1-34-16-15,2-22-15 16,25-38-7-16,19-6-5 0,16 1 2 16,8 17 1-16,-1 30 2 15,-7 20-1-15,-1 28-2 16,-3 15-1-16,3 19 0 15,-1 11 1-15,-7 9 3 16,-5-1-2-16,-11 1 2 0,-6 0 2 16,-14 1-2-16,-7 4 2 0,-9 1 4 15,-9 1-5-15,-4-1 2 0,-13 2 1 16,-5-4-4-16,1-5 1 0,7-7 2 0,20-7-3 16,11-6-20-16,13-6 15 0</inkml:trace>
  <inkml:trace contextRef="#ctx0" brushRef="#br0" timeOffset="58788.46">27673 3667 1132 0,'-18'0'29'0,"-12"0"-18"0,0 0-5 0,0 5-2 0,3-4 0 0,11 2-1 15,2 2 10-15,11-5 56 0,3 0 11 16,5 0 16 0,7 0-8-16,22-3-50 0,13 1-9 15,23 2-13-15,16 0-3 16,10 2-5-16,12 2-3 15,16 2-1-15,1 0 0 16,4 2-26-16,-3-4 17 16</inkml:trace>
  <inkml:trace contextRef="#ctx0" brushRef="#br0" timeOffset="59848.3">29251 2988 1490 0,'-34'-52'44'0,"-5"1"-2"15,-3 6-41-15,3 1 3 16,9 11 29-16,12 6 10 0,13 18-2 16,8 9-3-16,20 23-27 15,7 17-11-15,9 50-1 16,-3 29 1-16,-11 34 0 15,-5 13 0 1,-11-4 0-16,-5-5 0 0,-2-14 0 16,2-13 0-16,-4-19 0 15,5-16 1-15,-5-31 0 16,0-10 0-16,0-19 0 16,3-11 0-16,1-8-2 15,5-5-2-15,5-4 1 0,2-5-3 16,10-2 6-16,8-2 6 0,4-7-2 15,10-3 4-15,8 0-1 0,6 2-5 16,7 1 1-16,3 1 1 0,-11 4-3 16,7-1 0-16,-4 5 2 0,2 0-4 15,11 5 1-15,14-1 4 0,31 4-2 0,16-7 2 16,21 7 0-16,-5-4-5 16,20 1 2-16,6 4 2 0,2-5-4 0,-1 8 1 15,-24-1 2-15,-13 4-3 0,-15-2 1 16,-21-2 4-16,-21 4-2 0,-22-6 1 15,-5 1 2-15,0 1-5 0,13-2 3 16,10-5 2-16,-1 1-2 0,4-5 3 16,-19-5 3-16,-14-2-4 0,-14-5 0 15,-8 1 6-15,-1-2 2 0,-9 1 7 16,-3 0 6-16,-3 6-3 0,-4-3-4 0,-7 4-4 16,4 2-9-16,-1-1-4 0,-1-4 2 15,-1 2-5-15,-1-7 2 0,4-2 3 16,-4-3-3-16,4-8 7 0,-7-5 4 15,-1-8 1-15,3-6 0 0,-3-9-1 16,2-6-7-16,-2-14-1 0,0-14 3 16,-5-1-1-16,1-10 2 0,2 5 2 15,-5 1-4-15,-5 0-1 0,6 3-1 16,-9-9-3-16,-3-4-2 0,7-5 0 16,-1 4-6-16,9 5-1 0,11 5 0 0,-4 4-5 15,5 10 6-15,-1 16 3 0,-4 16 0 16,5 19 2-16,-7 16 0 0,-2 4-5 15,0 6 0-15,-5 3 1 0,5 0-6 16,0 0 2-16,-1 0 2 0,-7 3-1 16,-2-2 4-16,-11 2 3 0,-9-3-1 15,-8 2 1-15,-10 1 2 0,-21-3-2 16,-16-5 1-16,-25 1 2 0,-2-4-3 16,4 2 1-16,0 5 1 0,0 1-2 0,-12 6 1 15,-8 0 0-15,-2 1-1 0,10 2 1 16,3-3 1-16,-4 5-2 15,-5-2 1-15,3 0 1 0,4-3-2 0,13 0 1 16,20-6 2-16,4 0-3 0,8-3 1 16,2 0 2-16,-1-2-2 0,4-1 0 15,4 2 2-15,8-5-2 0,14 0 0 0,1 1 1 16,13-1-1-16,-4 2-1 16,-1 2 2-16,4 1-1 0,-12 2 0 0,-3 2 1 15,-11 5-2-15,-4-1 1 0,-6 5 0 16,-1 2-1-16,-4 4 1 0,-1-5 1 15,13 1-2-15,6-2 1 0,11-5 1 16,3-2-1-16,3-2 0 0,-6-5 1 16,-1-2-2-16,2-4 1 0,-1 2 2 15,3 0-3-15,2 0 1 0,7 6 2 16,3-4-3-16,1 5 0 0,5-2 2 16,8 4-2-16,13 0 1 0,-5-3-1 15,10 3-11-15,4-2-10 0,-5 2-32 0,11 2-66 16,3 2 71-16</inkml:trace>
  <inkml:trace contextRef="#ctx0" brushRef="#br0" timeOffset="60070.27">28411 3784 993 0,'8'-12'30'0,"-4"11"-105"0,-1 5-149 0,-7 14 111 0</inkml:trace>
  <inkml:trace contextRef="#ctx0" brushRef="#br0" timeOffset="60380.98">28396 3874 1077 0,'0'-19'94'0,"-3"4"51"15,-1 1-57-15,-1 4-69 16,5 4-15-16,0 6-4 16,0-3-3-16,0 3 3 15,0 0 5-15,8 0 11 16,1 0 5-16,9-2 3 15,7-2-4-15,16-5-8 0,10-3-2 16,9-2-3-16,4 1-2 16,10 5-1-16,4-1-2 15,4 9-1-15,4 0-1 16,-4 2 1-16,-10 1 0 16,-16-3 0-16,-7 0-1 0,-23-5 2 15,-7 1 1-15,-13 1-1 16,-6-2 5-16,0-2-8 0,0-4-122 15,0-10 88-15</inkml:trace>
  <inkml:trace contextRef="#ctx0" brushRef="#br0" timeOffset="60808.87">30170 3155 1648 0,'-34'-9'46'0,"-1"6"-23"0,1 24-19 15,-2 13-4-15,-2 30-5 16,2 10-4-16,12 20-1 0,9 1 1 15,17 4 0-15,16 0 3 16,15-15 5-16,9-8 5 16,3-29 8-16,-6-20 4 15,-5-27 2-15,-5-12-2 16,-10-23-3-16,2-19-4 16,-18-18-9-16,-6-6-2 15,-7 14-4-15,-5 16 5 16,4 27 5-16,4 9 2 0,2 12 0 15,4 3-4 1,-2 3-4-16,3 4 1 0,0 4-5 0,9-4 3 16,9 1 5-16,7-2 0 0,10-5 4 15,11-7 1-15,5-6-3 0,3-3 1 16,2-3-5-16,-10-6-58 0,-7-1 41 16</inkml:trace>
  <inkml:trace contextRef="#ctx0" brushRef="#br0" timeOffset="61199.71">30799 3060 1517 0,'-9'0'50'15,"4"3"-1"-15,2 24-48 0,3 9-2 16,3 32 0-16,-3 17 1 16,5 18 2-16,-4 5 0 15,8-4 0-15,2-16 0 16,4-25 2-16,9-16 3 16,-9-29 12-16,6-17 5 15,9-20-1-15,0-20 0 0,22-33-10 16,4-15-5-16,4-27-4 15,-9-9-1-15,-20-4-1 16,-7 13-1-16,-22 36 2 16,-2 27 2-16,-21 43-2 15,-5 16-1-15,-4 17-3 16,-6 11-11-16,6 14-9 0,5 7 12 16</inkml:trace>
  <inkml:trace contextRef="#ctx0" brushRef="#br0" timeOffset="61625.34">31557 3099 1527 0,'-3'18'39'0,"-6"15"-26"0,0 24-12 0,-7 10 0 0,11 11-1 0,4 0 0 0,11-7 0 15,2-4 1-15,11-11 1 16,1-7 1-16,3-20-17 15,1-10 12-15</inkml:trace>
  <inkml:trace contextRef="#ctx0" brushRef="#br0" timeOffset="61814.25">31968 3684 1335 0,'-40'-2'44'0,"-16"2"-6"0,-38 3 0 16,-14 5 2-16,-9 5 3 16,11-4-4-16,35 3-14 15,16-6-4-15,29-3-28 16,10-7 4-16</inkml:trace>
  <inkml:trace contextRef="#ctx0" brushRef="#br0" timeOffset="61987.9">31803 2918 1739 0,'-73'4'40'16,"-8"8"-36"-16,-20 23-6 16,-5 5-2-16,1-5-36 15,-3-11 2-15,-3-35 14 16</inkml:trace>
  <inkml:trace contextRef="#ctx0" brushRef="#br0" timeOffset="68152.66">25664 4569 1075 0,'3'-26'51'0,"-3"8"-3"0,1 6-4 0,-1 12-27 15,0 12-7-15,5 14-3 16,-1 13-9-16,7 10-9 16,-5 2 0-16,-2 0-1 15,4 0 3-15,-2-2 6 16,1 5 1-16,1 3 2 0,2-4 1 16,-1 1 0-1,-1-2-1-15,5-8 2 0,1-5 0 16,-7-14 2-16,2-2 3 15,-4-11 6-15,-1-6 14 16,-4-6 19-16,0 0-27 16,-1 0 2-16</inkml:trace>
  <inkml:trace contextRef="#ctx0" brushRef="#br0" timeOffset="69246.03">26996 5581 1477 0,'-56'4'51'0,"-17"2"-9"0,-19 3-18 0,-28 5-19 0,-6-4-2 0,2 1 10 15,4-4 9-15,3 1 15 16,-3-2 8-16,7 1-4 15,-2-2-8-15,1-1-16 16,-3 2-7-16,-15 0-8 16,-1-1 0-16,7-4-1 15,4-2 1-15,19-4 0 16,8-1 1-16,14 2 1 16,6 2 0-16,6 2 1 0,2 5-1 15,7 2-1-15,7 7-1 16,10 1-3-16,4 4-2 15,10-1-2-15,4 0 3 0,11-6 0 16,5 0 2-16,0-6 3 0,6-1-3 16,-1-1 0-16,-1-1 1 0,1 2-4 15,4-1 2-15,0 4 1 0,0 1-2 16,4 6 1-16,-1 9 1 0,3 6-3 0,2 13 1 16,1 12 1-16,4 7-3 0,8 7 2 15,-3 3 1-15,8-2-2 0,2 2 1 16,4-1 2-16,2-2 0 0,1-5 0 15,-10 1 4-15,2-2-4 0,-3 0 2 16,-3 0 1-16,-1-6-3 0,-4-5 2 16,-4-5 0-16,-1-4-2 0,1-5 0 15,-5-8 2-15,7-5-5 0,-2-5-1 16,1-5-2-16,1-6-4 0,-1-3 0 16,1-3 8-16,5-3 1 0,7 0 4 0,2-5 4 15,7 1-6-15,7-4 1 0,9-1 1 16,9 0-3-16,10-4 3 0,13 1 1 15,11-6-4-15,13-2 1 0,9 1 2 16,6-2-4-16,2-2 1 0,5 2 3 16,-3 5-3-16,2-5 0 0,-10 0 1 15,-5 3-2-15,-16 0 1 0,-14-2 1 16,-1 2-2-16,1-1 1 0,-10-2 2 16,2 1-2-16,-16 5 0 0,-13 2 2 15,-2 5-3-15,-11-1 1 0,1 2 1 0,1 5-2 16,-8-5 1-16,3-1 3 0,-3 2-4 15,-3-3 1-15,-2-1 2 0,-8-1-2 16,-1-2 2-16,-10-2 1 0,2 0-3 16,-5-2 3-16,0-1 1 0,3-3-4 15,-2-1 3-15,8-4 0 0,-4-4-3 16,2-4 1-16,1-10 1 0,1-5-3 16,4-5 1-16,5-11-1 0,5-4-5 0,-4-4 0 15,-10-1 3-15,-4 5-3 0,-8 5 6 16,3 9 1-16,-9 8 0 0,-2 11 6 15,1 11 2-15,-4 5-1 0,-4 5 3 16,6 2 0-16,-6 2-4 0,2 1-1 16,7 1 0-16,-5-3-4 0,2 3 1 15,3 0 1-15,5 0-4 0,-1 1 1 16,1 4-1-16,-8 1-5 0,-2 3 1 16,-7 4 1-16,-13 7-2 0,-5-1 3 15,-5 5-2-15,-7 0-10 0,-6 2-22 0,-7-5-47 16,-7-6 47-16</inkml:trace>
  <inkml:trace contextRef="#ctx0" brushRef="#br0" timeOffset="70273.45">25271 6092 1049 0,'-30'3'93'0,"-1"4"56"0,-7 4-31 0,-4 10-38 0,3 4-22 15,5 5-25-15,-1 2-8 16,22 1-13-16,2-6-1 16,17 1-5-16,15-2-2 15,23 1 2-15,8-2 2 16,20 1 1-16,-1-1 1 16,-7 7-2-16,-8-2-4 15,-31-3-3-15,-12 1 2 0,-29-4 9 16,-18 0 6-16,-7-3 7 15,-5-3-2-15,5-9-9 16,13-6-5-16,11-19-47 16,7-14 30-16</inkml:trace>
  <inkml:trace contextRef="#ctx0" brushRef="#br0" timeOffset="70498.5">25595 6098 1411 0,'-2'1'56'0,"4"16"25"16,7 14-81-16,15 28 0 15,3 16 0-15,3 10 0 16,-3-2 2-16,-3-14-1 16,-6-12 1-16,4-15-12 15,-1-5-81-15,-4-23 61 16</inkml:trace>
  <inkml:trace contextRef="#ctx0" brushRef="#br0" timeOffset="70685.66">25809 5900 1410 0,'-25'9'75'16,"-2"3"11"-16,-18-3-27 15,-8-3-13-15,-8 3-24 16,-2-4-8-16,15 2-12 16,9 0-38-16,27 8 27 15</inkml:trace>
  <inkml:trace contextRef="#ctx0" brushRef="#br0" timeOffset="71055.28">25826 6521 1588 0,'-2'6'35'0,"2"1"-28"15,2-5 3-15,2-4 10 16,5-5 1-16,6-20-2 16,6-17-2-16,9-29-7 15,-1-17-3-15,-10-9 2 16,-11 9-3-16,-7 33 0 15,-2 22-2-15,1 28-4 0,9 14-1 16,0 23-1-16,7 9 0 16,11 21 4-16,3 2 0 15,8-10 0-15,-2-8-1 16,-12-23-1-16,-3-9 0 16,-8-20 2-16,-2-11 1 15,-2-28 2-15,3-17-1 0,-8-5-3 16,1-5 3-16,-5 17-5 0,3 20 2 15,-3 15 0-15,0 19-3 0,1-2-1 16,2 13 0-16,3 5-3 0,6 9 2 16,2 11 3-16,2 8-2 0,-2 2 3 15,-1 2 2-15,-2-1-4 0,-5-5-45 16,3-3-184-16,-5-8 149 0</inkml:trace>
  <inkml:trace contextRef="#ctx0" brushRef="#br0" timeOffset="71365.89">25884 7022 661 0,'-6'1'87'0,"3"2"119"0,3 5-117 0,5 5 10 0,2 2-1 16,-1 18-12-16,-10 11-13 16,10 20-39-16,-6 10-9 15,6 6-12-15,10-2-4 16,-4-18-3-16,3-7-16 0,-3-20 7 15</inkml:trace>
  <inkml:trace contextRef="#ctx0" brushRef="#br0" timeOffset="72525.69">26975 7690 1662 0,'-69'5'57'15,"-21"2"-14"-15,-18 2-18 16,-26 3-17-16,-13 2-5 16,-16 4 0-16,-10-2-2 15,10-2 6-15,2-2 7 0,14-3 11 16,9-5 3-16,-11 2-5 15,0 2-5-15,-13-1-12 16,-3-1-4-16,14-3-1 16,10-1-1-16,27-2 1 15,15 3 0-15,31-2 0 16,13 5 1-16,25 0-1 16,7-1 0-16,14 2-1 15,5-1-4-15,4 15-2 16,3 12-1-16,3 15 0 15,3 17 4-15,7 8 0 0,2 10 1 0,3 7 2 16,5-3 0-16,-5-2 0 0,-2-7 1 16,-2-12-2-16,1-1 1 0,-6-7 2 15,0-6-2-15,-2-5 0 0,1-8 2 16,-2 0-2-16,0-8 0 0,0-2 2 16,-5-4-2-16,1-2-2 0,2-10 0 15,-5-1-4-15,2-1 2 0,4-1 3 16,-4-1-2-16,5-4 1 0,0-4 2 15,0-1-3-15,-9 0 1 0,0 0 1 0,0 0-2 16,12-1 3-16,0-4 4 0,11-2-1 16,11-1 3-16,13-2-1 0,8 1-3 15,8 1 1-15,9 4 0 0,6 4-3 16,12 1 1-16,6 5 2 0,-1 3-3 16,4-4 0-16,-5 4 2 0,-12-8-2 15,1 2 0-15,-10-3 2 0,-13-4-3 16,-4-5 1-16,-4 0 3 0,-10-6-3 15,0 0 3-15,3-5-1 0,-3 2-2 0,5 2 1 16,10 2 1-16,0 2-2 0,0 3 1 16,-8 0 0-16,-4 0-1 0,-1 0 0 15,-7 0 1-15,5 0-1 0,-10 0 0 16,-2-3 1-16,1-1-1 0,4-2 0 16,-7-3 3-16,-1 1-3 0,-3 2 0 15,-4-3 2-15,-8 8-3 0,6 4 0 16,-3-2 2-16,0 7-2 0,1-4 1 0,-2 5 2 15,-1 0-3-15,-1-9 2 0,5 2 0 16,1-2-1-16,0-9 0 16,1 2 3-16,-4-5-3 0,6-9 2 0,2-2 1 15,-2-2-2-15,0-1 3 0,-5 5 0 16,-2 9-2-16,-1 2-1 0,1 8 1 16,-2-1-3-16,-3 2 1 0,3-1 1 15,-6-2-2-15,4-2 1 0,-5-6 3 16,1-5-4-16,-2-11 2 0,5-4 2 15,-1-10-4-15,-1-6 2 0,-1-7 1 16,-1-1-2-16,-1 1 1 0,-4 10 3 0,0 10-4 16,-6 8 4-16,-1 11 3 0,1 4 1 15,-2 0 4-15,4 6 0 0,-1 0-4 16,2 1-1-16,-1 4-2 0,2-2-4 16,-1 3 0-16,2 0 2 0,-4-2-4 15,2 5 1-15,2-1 0 0,-5 1-4 16,-3 3 0-16,-2-2 0 0,-8 4 0 15,-4 1 2-15,-11 4 2 0,-8 10-1 0,-6 2-1 16,-8 2-3-16,-5 5-26 0,1-1-39 16,-5-1-20-16,4 3 37 0</inkml:trace>
  <inkml:trace contextRef="#ctx0" brushRef="#br0" timeOffset="73395.06">24625 8295 1499 0,'-9'-6'78'0,"6"1"22"0,-2 5-63 0,5 0-15 0,3 5-21 16,2 7-1-16,11 15-4 15,5 9 1-15,8 7 2 16,1 2 1-16,-6-6 0 16,-6-7 1-16,-9-7 0 15,-2-4 1-15,-5-10 0 16,-2-10 2-16,0 1 3 16,0-7 0-16,-5-17-2 15,-4-11-2-15,2-12-1 16,-4 0 0-16,4 9 4 15,1 9 2-15,3 12 4 16,1 4 0-16,2 4-2 0,0 2-5 0,2 1-5 16,2 1 0-16,4 1-3 0,-2-1 1 15,3 2 2-15,1-2-5 0,1 3 2 16,2 7 2-16,4-1-3 0,4 6 3 16,1 5 2-16,4 4-2 0,-1 4 1 15,-2 2 1-15,-7-1-1 0,-2-1 2 16,1-1 1-16,-5-3-3 0,2-3 0 15,-3-3-30-15,8-6 53 0,-4-12-25 0</inkml:trace>
  <inkml:trace contextRef="#ctx0" brushRef="#br0" timeOffset="73723.2">24979 8173 834 0,'7'9'93'0,"2"9"65"0,5 11-18 0,4 8-57 0,-2 7-14 0,5 4-29 15,2-2-16-15,-2-7-11 16,1-6-2-16,-10-16 7 16,-3-5 14-16,-9-12 40 15,5 0 8-15,-14-18-2 16,-8-8-13-16,-11-22-45 15,-5-7-9-15,6-14-9 16,7 0-1-16,16 18-1 16,4 10 0-16,12 25-1 15,6 7-2-15,7 13 0 16,4 5 0-16,2 9 2 16,1 5 0-16,-11-4-24 0,0-1 7 15,-9-4 5-15</inkml:trace>
  <inkml:trace contextRef="#ctx0" brushRef="#br0" timeOffset="74153.64">25643 8064 1518 0,'0'-8'38'0,"0"-5"-26"0,0-5-5 16,-6 1 3-16,-8-4 4 15,-10 8 19-15,-7 1 4 16,-2 12-1-16,1 4-6 16,4 17-17-16,5 2-7 15,7 14-4-15,5 4-2 16,16 5 0-16,8 5-1 15,5 2 1-15,3 2 3 16,5-2-1-16,-4-5 0 0,-2-11 0 16,-5-7 0-16,-15-16 3 15,0-5 1-15,-11-9 26 16,-4-8 5-16,2-11 0 16,-4-11-3-16,13-5-29 15,4 1-2-15,4 5-4 0,13 7 1 16,1 8 2-16,6 5-2 0,-2 5-1 15,4 4-2-15,1 9-5 0,1 0-15 0,-5 3-46 16,2 1 61-16,-2-4-21 0</inkml:trace>
  <inkml:trace contextRef="#ctx0" brushRef="#br0" timeOffset="74756.58">25225 8866 1229 0,'3'10'43'0,"-2"5"1"0,2 5-30 0,-3 8-5 0,2-5 1 0,1-1 2 0,-6-10 32 16,-2-4 14-16,-4-7 17 15,-6-2 3-15,3-8-31 16,-9-8-14-16,-1-16-23 16,2-1-4-16,7 2-6 15,4 5-2-15,13 21 0 16,1 5-2-16,8 10 0 16,7 7 1-16,-2 2 3 15,0 3 0-15,3 0 0 16,1-6 0-16,2-4 0 15,2-1 0-15,1-2-37 0,-5-8-29 16,-1 0 36-16</inkml:trace>
  <inkml:trace contextRef="#ctx0" brushRef="#br0" timeOffset="75077.55">25343 8815 1617 0,'-10'-9'47'16,"5"4"-22"-16,10 10-23 15,7 1-3-15,10 18-4 16,4 6 1-16,-1 4 3 16,0 2 1-16,-7-7 1 15,-6-7 1-15,-7-5 1 16,-1-8 0-16,-4-9 2 16,0 0-1-16,0-12-1 15,0-11-12-15,-9-20-41 16,-4-16-8-16,1 10 2 15,3 8 14-15,4 26 38 16,5 15 10-16,-3 2 0 16,11 8-1-16,1 10 0 15,4 4 0-15,-4 0-4 0,3 0 4 0,-3-6-5 16,3-2 1-16,-3-4 2 0,8-3-3 16,1-3 2-16,0-3-5 0,-5-3 1 15</inkml:trace>
  <inkml:trace contextRef="#ctx0" brushRef="#br0" timeOffset="75536.39">25595 8506 1404 0,'0'20'39'0,"7"7"-18"0,-1 6-12 0,14 10-4 0,2 1 0 0,5 0 2 16,-3-3-1-16,-3-10 2 15,-7-4-2-15,-4-3-2 16,-5-6-4-16,-2-4 0 16</inkml:trace>
  <inkml:trace contextRef="#ctx0" brushRef="#br0" timeOffset="75725.07">25779 8604 1500 0,'-3'1'80'16,"-1"2"-64"-16,-11 2 30 16,-2 2-36-16,-7-2-5 15,-3 4-1-15,6-3-3 16,0-2 0-16,8-1-35 16,13-3-31-16,-14-1 35 15</inkml:trace>
  <inkml:trace contextRef="#ctx0" brushRef="#br0" timeOffset="76020.89">25751 8659 1357 0,'3'0'74'0,"4"0"58"16,4 0-112-16,8 0-15 15,1-4-1-15,5-4 2 16,-7-1 1-16,-10-3 1 15,-4 2-1-15,-11-2-8 16,-4-2 2-16,-5 7 3 16,-1 4 0-16,4 6 5 15,4 9-3-15,7 4-6 16,4 7 0-16,7 11 0 16,4 5 1-16,4 0 0 15,4 0 1-15,1-9-2 16,-4-12 0-16,6-15-28 15,-6-12-28-15,-4-26 33 16</inkml:trace>
  <inkml:trace contextRef="#ctx0" brushRef="#br0" timeOffset="76212.2">25875 8487 1031 0,'9'13'48'16,"3"8"24"-16,9 18-32 15,-3 5-2-15,5 7 13 16,2-4 3-16,-8-6-2 16,1-8 3-16,-14-17-4 15,-1-11-3-15,2-5-12 0,-5-12-15 16,-5-32-13 0</inkml:trace>
  <inkml:trace contextRef="#ctx0" brushRef="#br0" timeOffset="76309.92">26003 8466 1327 0,'13'34'70'0,"1"5"25"0,-1-1-39 16,-1-4-31-16,2-2-10 15,2-11-8-15,-5-7-2 16,4-14-4-16</inkml:trace>
  <inkml:trace contextRef="#ctx0" brushRef="#br0" timeOffset="76642.17">26117 8374 1497 0,'7'9'37'0,"4"12"-27"0,4 11-8 16,6 14 0-16,1 7-1 16,1 2 1-16,-2-7 3 15,-8-18 11-15,-1-8 11 16,-7-13 20-16,-5-9 3 15,-8-10-9-15,-1-15-17 16,-3-26-38-16,-1-11-20 16,4-16-11-16,4 8 7 15,4 25 25-15,1 15 14 16,0 27 14-16,6 6-1 16,3 13-3-16,0 7-1 0,3 8-2 15,4 2 1-15,1-7-4 16,-2-5 0-16,1-8-1 15,-7-7-2-15,3-3 0 0,-1-3-41 16,-4-7 28-16</inkml:trace>
  <inkml:trace contextRef="#ctx0" brushRef="#br0" timeOffset="76908.03">26432 8329 1171 0,'0'0'140'16,"4"0"252"-16,-4 5-377 15,5 5-9-15,-1 14-2 16,-4 6-1-16,-4 3 3 16,-5-1-2-16,-2-13 1 15,-4-10 2-15,2-9 1 16,-1-15 1-16,1-13-1 16,1-16-2-16,6-10 0 15,3 2-2-15,10 13 0 16,4 6-1-16,5 24 0 15,7 9 0-15,5 18 1 16,4 6 2-16,5 6-2 16,-5-8-1-16,11-10-35 15,4-15 24-15</inkml:trace>
  <inkml:trace contextRef="#ctx0" brushRef="#br0" timeOffset="78875.55">20649 11153 1399 0,'-9'-5'62'0,"0"1"38"0,6-1-75 0,-1 4-4 15,4 1 7-15,0-3 5 16,0 1 12-16,3-4 7 16,1-13-6-16,5-11-7 15,3-23-18-15,-1-10-11 16,1-3-6-16,-3 2-1 0,3 13-7 16,4 12-21-16,7 18-60 15,2 15-18-15,2 21 44 16</inkml:trace>
  <inkml:trace contextRef="#ctx0" brushRef="#br0" timeOffset="79045.89">20943 11079 809 0,'11'5'126'16,"-2"-1"57"-16,0-2-1 15,-3-2-23-15,15-17-67 16,7-11-26-16,20-28-43 16,9-11-13-16,0 2-7 15</inkml:trace>
  <inkml:trace contextRef="#ctx0" brushRef="#br0" timeOffset="79307.23">21583 11156 1333 0,'-7'-23'77'15,"5"7"83"-15,2-1-153 16,6 7-4-16,11 2-1 16,13-5 0-16,10-8-1 15,32-14-1-15,6-11-186 16,5-23 131-16</inkml:trace>
  <inkml:trace contextRef="#ctx0" brushRef="#br0" timeOffset="79788.17">25521 9125 668 0,'9'-22'59'0,"3"5"98"0,-7 17-153 0,-5 11 13 0,-8 17 47 15,-2 7 18-15,-4 11 16 16,-1 4-1-16,-3 1-12 15,-3 0 0-15,-4-5-19 16,1-2-12-16,9-14-29 16,9-3-66-16,17-18 28 15</inkml:trace>
  <inkml:trace contextRef="#ctx0" brushRef="#br0" timeOffset="79977.97">25793 9040 1248 0,'-5'34'40'0,"-2"13"19"16,-11 26-38-16,0 8 11 16,-3-3 11-16,7-7 1 0,11-17-9 15,8-9-14-15,16-21-10 16</inkml:trace>
  <inkml:trace contextRef="#ctx0" brushRef="#br0" timeOffset="80190.28">26156 9065 946 0,'0'53'137'16,"-2"5"189"-16,-2-1-264 15,-4 3-29-15,11-12 16 16,3-4-33-16</inkml:trace>
  <inkml:trace contextRef="#ctx0" brushRef="#br0" timeOffset="90556.5">19518 7767 1281 0,'2'-14'48'0,"2"4"-12"0,-4 8-8 0,3 2-7 0,-6 0-9 15,2 9-2-15,1 17-5 16,-5 8-2-16,-4 26 0 16,-3 14 0-16,-1 7 0 15,-5 1 1-15,3-16 0 16,1-10 0-16,8-22 4 0,6-8 1 15,6-20 10-15,8-3 1 16,16-12 0-16,9-5 0 16,30-11-10-16,12 1-3 15,6 4-5-15,12 4-26 16,-21 4 18-16</inkml:trace>
  <inkml:trace contextRef="#ctx0" brushRef="#br0" timeOffset="90955.83">20580 7875 1156 0,'-16'-12'81'0,"-4"3"41"16,1 4-59-16,-8 7-49 15,-6 8-11-15,-6 14-7 16,0 9-2-16,3 14 5 16,7 5 1-16,14 1 1 15,0-7 2-15,18-7 5 16,2-9 3-16,17-9 6 16,13-7 1-16,11-17-1 15,16-12-1-15,7-24-4 16,-2-12-5-16,-19-23-12 15,-15 1-2-15,-28 4-7 16,-8 9 1-16,-14 27 14 0,-5 12 0 16,-8 19 4-16,-2 4 0 15,4 8-5-15,2 4-1 0,16-4 2 16,5 2-2-16,7 0-6 0,11-3-86 16,8-1 63-16</inkml:trace>
  <inkml:trace contextRef="#ctx0" brushRef="#br0" timeOffset="91617.02">20856 7728 1233 0,'0'0'29'0,"0"13"-17"0,5 13-9 0,2 17-2 0,-1 13 2 0,2 14-1 16,1 4 0-16,0-11 0 15,0-3-2-15,3-20 1 16,-3-7 1-16,-5-19 7 15,-4-13 20-15,5 2 27 16,-10-19 1-16,-4-16-1 16,-3-16-19-16,-6-22-21 15,8-4-1-15,4 4 0 16,6 1-1-16,12 13-5 16,-5 1-1-16,8 5-5 15,-3 4-1-15,9 2-2 16,0 2 1-16,2 12-2 0,-5 3 2 15,-6 6-2-15,6 8-1 0,-2 4-1 0,10 9-7 16,1 4 2-16,-3 10 1 0,0 2 0 16,-5 2 6-16,-4 8 1 0,2 1-3 15,-10 1 3-15,-1 4 2 0,-6-7-2 16,0 2 1-16,-4-3 2 0,-5-6-3 16,3-1 0-16,-2-4 3 0,1-1-3 15,-4-3 3-15,-5-3 1 0,-7-1-2 16,-1-2 2-16,-7-3 2 0,-4-5-3 0,7 1 2 15,-7-1 2-15,8 2-4 0,6 2 0 16,3 1 1-16,15 0-4 0,-3 1 1 16,6 2-1-16,0 2-2 0,0 4 0 15,2-2 0-15,8 7-2 0,4 4 2 16,-4-5 1-16,11 4 0 0,-3-4 1 16,8-1 1-16,-1 2-1 0,-1-7 1 15,5 2 1-15,-5-3-2 0,-2-3 1 16,-1 2 2-16,-4-1-3 0,2-1 0 15,1 2-4-15,2-1 1 0</inkml:trace>
  <inkml:trace contextRef="#ctx0" brushRef="#br0" timeOffset="92226.89">21643 7782 1060 0,'-6'0'114'0,"6"1"212"16,0 1-322-16,3 5-4 0,2 4 2 15,-5 5 2-15,0 14-1 16,-8 2-1-16,-5 2 1 16,-5-1 0-16,-3-7 3 15,-2-8 5-15,2-14 8 16,5-5 2-16,-2-16 1 15,0-8-2-15,1-17-6 16,4-3-1-16,10 3 2 16,3 6-4-16,7 19-5 0,7 8-4 15,7 11-7 1,4 7 0-16,10 6 1 0,1 4 4 16,1-4-1-16,4 0 4 0,1-3-4 15,9-7 2-15,1-1 2 0,4-4-19 16,-4-6-396-16,-1-9 293 0</inkml:trace>
  <inkml:trace contextRef="#ctx0" brushRef="#br0" timeOffset="94139.13">20442 8574 734 0,'-1'0'61'0,"2"6"89"0,2 4-149 0,-1 8-2 0,2 8 1 16,-4 10 5-16,-9 1 0 16,-7-6 36-16,-2 2 30 15,-9-12 28-15,-2-3 8 16,7-13-25-16,-1-4-28 15,4-11-19-15,4-10-8 16,6-14-6-16,9-7-2 16,6-6-14-16,10 3 0 15,5 14-6-15,-1 9-5 16,1 21-1-16,0 8 0 0,1 14 1 16,2 4 4-16,-1 4 2 15,4-4 1-15,-11 0-1 16,1-10 0-16,-8-2 2 0,4-5-2 15,-4-5 3-15,3 4-4 0,2 1-108 16,-1-5 79-16</inkml:trace>
  <inkml:trace contextRef="#ctx0" brushRef="#br0" timeOffset="94494.64">20606 8526 1313 0,'0'-3'54'0,"0"3"38"16,0 3-91-16,9 7-2 16,0 7 3-16,3 5 1 15,0 2 0-15,-2-1 0 0,-1-1-1 16,-4-1 0 0,-2-3 0-16,0-2 0 0,-3-1 0 15,0-6 0-15,0-9 0 16,0 0 7-16,0 0 5 15,0-16 4-15,-3-10 3 16,3-15-6-16,0-4-3 16,0 10-3-16,0 5-3 0,0 21-5 15,0 9-1-15,7 2-4 16,4 5 0-16,1 2 2 16,1 3 0-16,1-3 3 0,-2 2-2 15,1-4 1-15,-4 1 3 0,3 1-3 16,-3-5 1-16,5 2 0 0,-2 2-22 15,1-1-265-15,-1-2 200 0</inkml:trace>
  <inkml:trace contextRef="#ctx0" brushRef="#br0" timeOffset="94696.19">20943 8302 1496 0,'-1'-13'41'16,"1"8"-23"-16,0 5-7 15,4 18-11-15,5 12 0 16,0 17 3-16,0 10-3 16,3 0 1-16,-3-2 0 15,9-8 0-15,2-13 0 16,2-7-16-16,10-6-209 0,-8-21 156 16</inkml:trace>
  <inkml:trace contextRef="#ctx0" brushRef="#br0" timeOffset="94898.4">21161 8443 1011 0,'-20'0'96'0,"2"0"162"16,-7 0-218-16,-7 0 0 15,-5 5-2-15,-7 1-18 16,5 6-9-16,0-2-6 15,9 5-1-15,14-6-4 16,2-1-17-16,14-7 12 16</inkml:trace>
  <inkml:trace contextRef="#ctx0" brushRef="#br0" timeOffset="97499.89">21314 8514 1098 0,'-2'3'71'0,"2"-2"44"0,-3 4-67 0,3 2-28 0,0-2-2 0,-4-1-2 16,4 1-2-16,-2-4-4 15,2-1-1-15,0 0 7 16,0 0 5-16,2 0 6 16,-2-1-1-16,3-1-10 15,-2 1-6-15,-1-1-14 16,0 2-1-16,0 0 37 15,0 0-27-15</inkml:trace>
  <inkml:trace contextRef="#ctx0" brushRef="#br0" timeOffset="101407.42">19506 13834 813 0,'-39'-26'133'0,"-57"64"363"16,47-22-486 0,0-1-1-16,-16 5-4 0,-20-5 4 15,-10 0 7-15,10-2 3 0,1-4 6 16,15-4 4-16,6-4-9 0,-6-1-2 15,4-4-3-15,-4-2-4 0,-13 1 3 16,-4-4 3-16,4 2-6 0,4 2 1 0,4-2-2 16,5 2-8-16,-9 4 3 15,-9 1-1-15,-7 0-4 0,-17 1 1 0,-2 2 2 16,1 2-3-16,8-2 1 0,13-3 3 16,-2-2-3-16,-7 1 4 0,-11-4 4 15,-2 1-1-15,10-4 4 0,7 2 2 16,7 2-5-16,1-2-1 0,-7 1-2 15,-13 4-6-15,0-2 1 0,2 6 1 16,2-3-2-16,10 4 0 0,-1-4 2 16,-5 2-2-16,-8-1 0 0,-3-1 2 0,7 5-2 15,4-4 0-15,6 4 2 0,-7-1-2 16,-22-1 0-16,-1 3 3 0,2 2-3 16,14-4 0-16,9 1 2 0,12-2-3 15,-4-2 1-15,-8 2 2 0,6-1-2 16,6 1 0-16,12 1 1 0,24-4-2 15,12 0 1-15,10 2 1 0,11-2-1 16,2-2-3-16,-2 2-56 0,6 0 41 0</inkml:trace>
  <inkml:trace contextRef="#ctx0" brushRef="#br0" timeOffset="102512.95">13524 13040 1416 0,'0'0'42'0,"0"3"-7"0,0-3-33 0,0 0-1 0,0 5-2 0,0 5 1 0,0 10 1 0,2 10-2 0,-2 6 1 16,4 12 0-16,-4 12-3 0,5 9 1 16,4 15 1-16,-2 12-1 0,7 7 2 15,-1 7 2-15,4-4-2 0,1-8 0 16,3-10 1-16,7-5-1 0,-4-7 0 15,2-3 3-15,-2-5-3 0,-6-10 2 16,0-8 1-16,-5-10-2 0,-1-7 2 16,-7-13 4-16,-5-4-4 0,-5-4 3 15,5-7 2-15,0-1-2 0,-1 1 4 0,-5 2 10 16,-8-5 1-16,-7 2 2 0,-10 1 1 16,-8-1-9-16,-14 1 3 0,-2 1-1 15,-22-2-7-15,-13 1 1 0,-6 4-2 16,-4-5-4-16,7-2 3 0,6-1 2 15,2-1-4-15,-11 0 2 0,-6-1 1 16,-2-1-5-16,-4-7 0 0,9 5 0 0,3-8-4 16,-3 3 1-16,-4 0 1 15,-22 0-2-15,8 0 0 0,2 4 2 0,10 2-3 16,9 3 1-16,-8 0 1 0,-19 0-1 16,2 6 0-16,1 2 2 0,12-1-3 15,14-1 1-15,-1 2 1 0,2-5-1 16,-4 1 0-16,7-2 1 0,10 1-2 15,13-6 1-15,14 0 2 0,11-3-3 16,11-2 3-16,4 2 4 0,1-7 1 0,11 1 9 16,-3-2 8-16,9-5 0 15,-3-5 4-15,3-6 0 0,3-11-9 0,2-8-4 16,1-10-5-16,1-2-9 0,2-8 2 16,0-1 2-16,0-5-4 0,0-9 3 15,-3-6-1-15,2-14-3 0,-2-11 0 16,0 5 0-16,-6-1-1 0,0 11 0 15,-5 10 1-15,2 1-1 0,-1 11 1 16,7 9 1-16,-5 9-1 0,7 11 0 16,-1 7 1-16,5 6-3 0,3 6-2 15,3-3 1-15,9 2-4 0,5-4 2 0,5 2 2 16,8 3-2-16,6 6 2 0,6 5 1 16,11 5-2-16,13 8 2 0,12 6 2 15,15 5-3-15,12 5 2 0,0 2 2 16,-5-1-3-16,-1-1 2 0,6 1 1 15,12-4-2-15,6-1 1 0,3 0 1 16,-9-4-2-16,-12 1 1 0,0-3 1 0,13-5-2 16,1 1 1-16,2-4 1 15,-4 1-2-15,-19 1 1 0,-2-3 1 0,-2 0-2 16,8 1 1-16,-6 4 2 0,-9-1-3 16,-15 2 1-16,-7 3 1 0,1 3-2 15,0 2 1-15,1 4 1 0,15-3-1 16,5 4-1-16,-3-4 2 0,-4 3-2 15,-11 0 1-15,-12 2 0 0,-8-2-5 16,-8-3-46-16,-5 0 234 0,-11-6-151 16</inkml:trace>
  <inkml:trace contextRef="#ctx0" brushRef="#br0" timeOffset="103384.22">10896 13168 1345 0,'0'-17'61'0,"3"4"24"0,-6-1-64 16,-6 2-5-16,-3 3 0 16,-6 0 2-16,-8 8-6 15,1 4-5-15,-7 9-6 0,-1 1-1 16,8 5-1-16,2 0-1 16,17 3-1-16,6 8 0 15,11 1 1-15,7 10 2 16,-2 13 0-16,2 7 0 15,-10 18 3-15,-4 10-1 16,-8 7 1-16,-4-4-1 16,4-14-1-16,-1-19 0 15,5-23-1-15,5-11 1 0,-5-20 1 16,4 1 8-16,2-5 1 0,5-3 3 16,2-3 1-16,8-3-7 0,9-3-3 15,0-2-1-15,8-4-3 0,-4 2-1 16,-2-4-35-16,2 5-183 0,-11-1 147 15</inkml:trace>
  <inkml:trace contextRef="#ctx0" brushRef="#br0" timeOffset="103537.45">10653 13492 1199 0,'-3'-8'103'16,"0"-1"145"-16,10 2-225 15,7-4-7-15,19 2-9 16,12-3-2-16,13 5 0 16,8 1-20-16,2 1 11 15</inkml:trace>
  <inkml:trace contextRef="#ctx0" brushRef="#br0" timeOffset="103928.27">11615 13061 1486 0,'-34'27'30'0,"-5"12"-30"16,-8 8-2-16,4 1 1 15,-1-3 0-15,13-9 1 16,2 1 0-16,13-10 0 16,7 0 0-16,16-3 3 15,7-1 0-15,23 4 1 16,8 1 1-16,14 2 0 16,-1 5 1-16,-4-5-2 15,-13 0 1-15,-20-6 1 16,-8-3 2-16,-19 0 1 15,-10-3 1-15,-16 6-1 16,-5-3 1-16,-5-6-3 16,6-3-5-16,13-15-2 15</inkml:trace>
  <inkml:trace contextRef="#ctx0" brushRef="#br0" timeOffset="104272.8">11788 13565 1166 0,'-3'-9'0'0,"13"27"1"0,5 53 4 16,2-5-3-16,10 21 3 15,3-5 2-15,0-17-1 16,3-13 3-16,-17-22 13 16,-5-9 29-16,-11-19 49 15,4 1 20-15,-14-21-9 16,-10-20-27-16,-11-40-54 15,-7-21-22-15,7-31-2 16,5-8-1-16,10 6 9 16,10 9 3-16,6 37 0 15,6 13 0-15,7 26-11 0,4 11-3 16,13 15-2-16,-5 5 0 16,26 8 0-16,-1 11-1 15,-4 8-4-15,-2 10-4 0,-23 7 2 16,-8-2-4-16,-8 4 4 0,-5-2 4 15,-9 2-2-15,-8 3 5 0,-14-3 3 16,-11 0-4-16,-15-4 2 0,-3-4-2 16,9-5-34-16,6-11 25 0</inkml:trace>
  <inkml:trace contextRef="#ctx0" brushRef="#br0" timeOffset="104911.51">11785 12595 884 0,'0'0'159'16,"-5"0"141"-16,4-4-84 0,-2-5-111 0,-3-8-23 0,-3-11-32 15,-2-8-15-15,2-11-16 16,0-5-1-16,-4-10 0 16,-1-5-1-16,-4-4-6 15,3 2-2-15,5 5-6 16,-2 4-1-16,4 12-5 15,4 9-1-15,4 13-14 16,0 10-48-16,9 11 45 16</inkml:trace>
  <inkml:trace contextRef="#ctx0" brushRef="#br0" timeOffset="105241.82">11357 11117 1372 0,'0'1'40'0,"3"2"-11"15,3 5-29-15,2 5 0 16,5 8 0-16,1 9 0 16,2 6 2-16,-2 2 1 0,-2 1 1 15,0-5 0-15,-3-5 0 16,0-5-13-16,-8-23 5 15</inkml:trace>
  <inkml:trace contextRef="#ctx0" brushRef="#br0" timeOffset="105477.75">11167 10724 1465 0,'-3'-17'61'0,"-3"1"10"16,6 10-37-16,-3 3-23 16,-1 3-6-16,11 0-6 15,5 0-6-15,22 4-197 0,7 1 150 16</inkml:trace>
  <inkml:trace contextRef="#ctx0" brushRef="#br0" timeOffset="105897.46">11537 11031 751 0,'0'0'48'0,"2"0"15"16,1 3-11-16,-2-3-1 16,7 0 6-16,-4 0 9 15,1 0-4-15,-1 0-6 0,1 5-3 16,-1 13-12-16,4 7 3 15,1 10-13-15,-2 5-11 16,-1-1-6-16,2-3-5 16,-1-9-3-16,-1-6-2 15,3-7-2-15,-4-2 2 16,-2-12 1-16,-2 1 1 0,-1-1 11 16,3 0 2-1,-1 0 1-15,-2 0-1 0,0 0-9 16,0 0-5-16,0 0-3 15,0 0 0-15,0 0 1 0,6-4-25 16,-6-8 18-16</inkml:trace>
  <inkml:trace contextRef="#ctx0" brushRef="#br0" timeOffset="106296.06">11620 11172 1286 0,'-2'-25'89'0,"-1"-1"79"0,3-2-122 0,5 1-23 0,-1 0-6 0,10 10-9 16,1 5-5-16,0 12-3 15,4 11-1-15,-4 11-1 16,2 4 2-16,-4 5 1 15,-4 2 1-15,0-1 1 16,3-2-1-16,-3-8 0 16,5-1-2-16,1-9-37 15,3-7 26-15</inkml:trace>
  <inkml:trace contextRef="#ctx0" brushRef="#br0" timeOffset="106521.23">12026 10808 1027 0,'-9'-15'135'16,"0"6"237"-16,8 18-348 16,-2 13-14-16,6 34-10 15,3 8 1-15,10 23 1 0,7 3 0 16,7-16 0-1,3-5 0-15,3-18-17 0,-3-17 11 16</inkml:trace>
  <inkml:trace contextRef="#ctx0" brushRef="#br0" timeOffset="106674.17">12181 11048 1565 0,'-26'9'39'0,"-4"7"-30"15,-1-1-3-15,-8 5-2 16,4-5-2-16,5-9-20 16,9-2-72-16,12-14 58 15</inkml:trace>
  <inkml:trace contextRef="#ctx0" brushRef="#br0" timeOffset="106906.32">12151 11280 1428 0,'3'-4'77'0,"7"-8"19"16,14-6-33-16,12-12-27 0,3-9-17 16,3-5-47-16,-12-1-8 15,-16 5-7-15,-11 10 5 16,-14 16 38-16,-7 10 11 16,-7 10 8-16,-1 6-2 0,-1 4-4 15,5 2-4 1,5 0-7-16,14 5-1 0,15 5-1 15,17 7 0-15,11 11 1 16,4 4 0-16,11 1-49 16,-2-9 35-16</inkml:trace>
  <inkml:trace contextRef="#ctx0" brushRef="#br0" timeOffset="107209.93">12440 10877 1401 0,'0'28'29'0,"8"11"-32"16,1 6-2-16,13 5 0 15,2-1 1-15,-1-8 3 16,-1-2 1-16,-10-15 4 16,-3-5 6-16,-6-13 36 15,-3-6 13-15,-3-4 7 16,-6-11-3-16,0-20-34 0,-3-10-14 15,8-18-10-15,-1-9-3 16,13 3-3-16,-2 12 1 16,6 27 0-16,0 20-1 15,6 25 2-15,0 6-3 16,1 9 2-16,5 1 1 16,-7-1 0-16,1-3-7 15,-2-9 38-15,-4-6-25 0</inkml:trace>
  <inkml:trace contextRef="#ctx0" brushRef="#br0" timeOffset="108024.28">12761 10935 576 0,'23'39'38'0,"-5"11"32"0,3 5-8 0,-9 8-10 15,-2-1-9-15,2-14-25 16,-3-11-9-16,3-20 120 16,-6-8 37-16,2-18 17 15,-7-12 1-15,-1-23-122 16,-1-11-40-16,-4-22-16 16,2-5-2-16,3 17-4 15,5 13-2-15,5 35-6 16,1 20 0-16,2 23 1 15,4 8 0-15,1 11 7 16,-3 2 0-16,0-11 1 16,-3-6 0-16,-3-18 2 15,0-3 3-15,-2-9 5 0,-2-2 9 16,2-7-1-16,-2-3 0 0,4-13-4 16,-5-8-12-16,2-12-9 0,2-8-10 15,-4-2-5-15,1 2 2 0,-5 20 9 16,-5 15-4-16,5 18 3 0,0 14 1 0,-1 4-2 15,1 7 12-15,0 7 0 0,-6 4-2 16,6 3 2-16,-2-5 3 0,-2 1-3 16,1-13 2-16,3-1 1 0,4-4-3 15,1-4 2-15,2-4 4 0,1-4 1 16,-4-5 12-16,2 0 13 0,3-5 3 16,3-7 4-16,-4-6-8 0,5-9-16 15,-4-7-7-15,3-8-4 0,-1-11-5 0,1-11-11 16,-8-5-30-16,4 0-23 0,-7-3-62 15,2 3-61-15,-3 3-16 0,-7 1 23 16,5 2 120-16,-5 8 153 0,5 10 76 16,-1 10 15-16,-4 17-56 0,7 11-81 15,0 11-29-15,0 14-18 0,12 11 0 16,-3 5 1-16,4 11-2 0,-1 9 2 16,1 3 2-16,-1 8-1 0,-7-1 1 15,8 5 0-15,1 0-1 0,2-7 0 0,5-4 2 16,0-10-2-16,0-4 2 0,-1-10 2 15,1-7-1-15,0-6-3 0,-5-9-23 16,-1-7 14-16</inkml:trace>
  <inkml:trace contextRef="#ctx0" brushRef="#br0" timeOffset="108169.1">13542 10635 1531 0,'-25'0'41'0,"-26"3"-21"0,-14-3-8 0,-22 12-6 0,-7 6-3 16,21 18-19-16,13 15-52 15,25 14 41-15</inkml:trace>
  <inkml:trace contextRef="#ctx0" brushRef="#br0" timeOffset="108476.83">12988 11853 557 0,'-5'31'184'0,"-1"-1"99"15,-6-9 1-15,-4-10-111 16,1-7-79-16,-2-17-42 15,-4-14-14-15,5-26-36 16,2-10-8-16,10 3-10 16,8 12 3-16,10 30 12 15,7 15 0-15,12 23 4 16,3 2-3-16,3 13 1 16,3-4 1-16,-2 2 0 15,4-6 3-15,7-6-23 16,7-4 15-16</inkml:trace>
  <inkml:trace contextRef="#ctx0" brushRef="#br0" timeOffset="108692.09">13517 11466 1515 0,'-26'6'48'15,"-5"1"-19"-15,-13 5-10 16,2 5-5-16,12 19-11 15,17 10-3-15,19 23-5 16,13 5 1-16,17-10 2 16,12-10 0-16,-1-22 6 15,-1-10 40-15,-7-31-29 16</inkml:trace>
  <inkml:trace contextRef="#ctx0" brushRef="#br0" timeOffset="108904.36">13662 11439 1141 0,'-7'10'102'16,"-1"8"150"-16,4 20-235 15,-1 8-9-15,5 19-5 16,8 4-2-16,10-8-1 15,4-4 0-15,11-19 4 0,-1-17-1 16,1-21-13-16,-2-15-48 16,-2-35 34-16</inkml:trace>
  <inkml:trace contextRef="#ctx0" brushRef="#br0" timeOffset="109289.9">13947 11422 1230 0,'-3'0'85'16,"2"0"60"-16,2 0-106 15,-1 2-18-15,12 5-14 16,6-2 1-16,11-5 6 16,2-2 11-16,-4-14 10 15,-10-5 2-15,-19-13-8 16,-17-5-13-16,-20-5-6 16,-6 7-2-16,0 14-2 15,6 11 2-15,12 24-9 16,4 18-3-16,11 36-2 15,5 16-1-15,17 16-2 0,8 1 4 16,12-30 2-16,2-9 2 16,20-30 8-16,13-11 1 15,-1-19 462-15,5-15-335 0</inkml:trace>
  <inkml:trace contextRef="#ctx0" brushRef="#br0" timeOffset="109570.99">14616 11060 1574 0,'-22'9'41'0,"-7"6"-29"15,2 6-6-15,-6 13-3 16,2 8-1-16,10 6-2 16,12 0-4-16,13-1 2 15,10-4 1-15,16-1 3 16,4-8 5-16,10-2 3 0,-1-4 0 15,-8 1-3-15,-7-1-1 16,-22 4-2-16,-10 5 0 16,-14-2 4-1,-9-4 0-15,-6-2 4 0,6-8 0 16,7-8-1-16,19-13-1 16,-11-7-6-16</inkml:trace>
  <inkml:trace contextRef="#ctx0" brushRef="#br0" timeOffset="109855.56">14858 10896 1838 0,'-18'-13'62'0,"-3"11"-62"16,-12 19 3-16,-3 17-7 16,-2 38 0-16,2 15 1 15,20 21-1-15,16 5 0 16,22-15-1-16,8-12 1 15,21-31 2-15,9-14 0 0,0-23-2 16,-3-8-6-16,-19-13 2 16,-16-1 1-16,-22 4 2 15,0 3 5-15,-33 22 0 16,-24 14 0-16,-46 32-8 16,-17 19-58-16,-14 4 43 15</inkml:trace>
  <inkml:trace contextRef="#ctx0" brushRef="#br0" timeOffset="111053.07">10068 13535 1428 0,'-12'-9'72'0,"1"2"18"0,-2 1-43 0,-4 6-32 16,1 0-8-16,-10 4-6 15,-4 5 0-15,3 0 1 16,-3 3 0-16,-4-6 1 16,4 2 1-16,-21-2 8 15,1-2 3-15,-8-4 2 16,-7 0 1-16,-4-1-9 15,-4 2-3-15,-11 2-4 16,-14 5-1-16,-10 2 0 0,-2-1 0 16,-7 6 0-16,0-1 0 15,-21-1-1-15,-8 1 1 16,-10-5-1-16,5-5 1 16,26-1 1-16,8 0 0 0,18 2-1 15,3 4 1-15,8 0-3 0,8 3 1 16,17-3 3-16,6 0-3 0,11 0 0 15,5-3 2-15,-1 1-3 0,3-4 1 16,5-1 3-16,8-2-3 0,1-2 1 0,5-2 1 16,1-1-3-16,1 4-3 15,6-1 57-15,-2-5-41 0</inkml:trace>
  <inkml:trace contextRef="#ctx0" brushRef="#br0" timeOffset="112744.02">6695 12711 1365 0,'-3'18'40'0,"3"7"-4"16,5 24-36-16,10 23 1 0,9 33 1 16,6 18 1-16,13 24 5 15,-5 6 1-15,10 5 0 16,3 1 0-16,0-11-2 15,3-7-1-15,-9-36 0 16,-5-15 4-16,-12-29 5 16,-5-7 4-16,-14-18 8 15,-6-1-3-15,-11-2-5 16,-4 1-5-16,-18 2-1 16,-8-3 9-16,-22-7 15 15,-14-8 8-15,-10-11 4 16,-4-2-5-16,10-5-12 0,-2 0-6 15,4-6-6-15,-11 1-9 0,-24-1-2 16,-3 6-2-16,-5 0-7 0,10 6 0 16,5 5 2-16,-23-2-2 0,-7 0 0 15,-1 1 1-15,0 1-2 0,11-2 1 0,-8-3 2 16,-12 0-2-16,-3-3 0 0,5-2 2 16,4 4-3-16,-11-4 1 0,-8 7 1 15,-2 1-2-15,4 1 1 0,11 5 1 16,-1-1-1-16,-5 7-1 0,7-2 2 15,14 5-1-15,11-1-1 0,-2 2 2 16,-12 1-1-16,11-4-1 0,8-2 3 16,19-2-3-16,14-5 1 0,4-5 2 15,2-2-2-15,2-3 0 0,-3-2 1 0,3-1-1 16,17 0 0-16,10-1 3 0,19-4-3 16,1 1 13-16,2-5 19 0,16-2 9 15,-10-4 6-15,13-4-12 0,-1-8-18 16,1-12-12-16,8-9 0 0,5-8-1 15,-6-8 0-15,-3-8 5 0,-4-8-3 16,-1-8 3-16,-2-5 1 0,-4-2-3 0,1-2 2 16,-5-3 2-16,-5-8-4 0,2 0 1 15,-3-3-1-15,12 7-5 16,8 4 0-16,-2-8-3 0,7-5-7 0,4-2 1 16,-2-2 2-16,6 4-1 0,1 11 4 15,-5 11 2-15,-2 13-1 0,0 14 1 16,-9 8 2-16,0 5-2 0,3 3 0 15,0 0 3-15,-5-3-4 0,5 3 1 16,-4 0 0-16,-1 8-2 0,5 1 1 16,3 7 1-16,8 7-3 0,1 4 0 15,-3 4 1-15,4 4-3 0,-5 2 1 0,-1 4 0 16,-1 1-3-16,2 3 1 0,4 0 1 16,-2 1-3-16,4 2 2 0,7 0 1 15,0 0 0-15,4 0 3 0,10 0 2 16,-1 0-3-16,17 0 3 0,11-3 0 15,4 2-2-15,10-4 2 0,2 1 0 16,3-1-1-16,15-4 2 0,12 2 1 16,15-1-3-16,5 2 1 0,-8 3 1 0,-13 2-1 15,-12-2 0-15,20 0 2 16,11-3-3-16,5-3 1 0,10 0 2 0,-24-3-3 16,3-2 1-16,15 1 2 0,6-2-3 15,4 1 0-15,-13 2 2 0,-12 2-3 16,6-2 2-16,-1 0 2 0,-1 3-3 15,-7 3 1-15,-24 1 0 0,-14 7-1 16,-11 1 1-16,-2 1 0 0,7 1-1 16,5-2 1-16,-4 3 1 0,-2-2-2 15,-15-1 1-15,-6-3 2 0,-3 0-2 16,-6-3 0-16,-2 2 1 0,-5-4-1 0,-2 4 0 16,-8-1 0-16,2 2-4 0,-1 5 0 15,-4 2 0-15,4 2-6 0,-5 0 3 16,6 8 3-16,-6-4-1 0,4 4 5 15,-2-2 2-15,-4-2-3 0,1 2 1 16,-8-4 1-16,-3-2-4 0,-5-2 0 16,-1-4 2-16,-3-3-4 0,-3 9 3 15,2-4 2-15,1-1-2 0,-3 8 2 0,6 2 0 16,-2 2-2-16,4 8 2 0,-1 2 1 16,4 4-2-16,4 0 0 0,-3 3 2 15,0-2-3-15,0 2 2 0,0 3 2 16,0-3-3-16,-2 0 1 0,1 5 1 15,1 1-3-15,1 7 2 0,7 10 0 16,-4 1-2-16,2 3 2 0,-1-5 0 16,-4-5-1-16,2-9 1 0,2-6 2 15,2-5-4-15,1-8 2 0,-4-4 1 0,-4-3-2 16,0-6 2-16,-4-3 1 16,-5-3-2-16,0-3 1 0,0 0 2 0,3 0-3 15,-2 0-30-15,-5-9-92 0,-7-10 76 16</inkml:trace>
  <inkml:trace contextRef="#ctx0" brushRef="#br0" timeOffset="113706.83">7878 13300 1367 0,'8'-18'35'0,"-8"9"-29"0,0 7-2 0,-5 16-2 0,-7 7 2 0,-6 13 4 16,-7 1-1-16,-16 5-1 15,-8 2 4-15,-8-7 10 16,1-5 8-16,11-5 9 16,3-2-3-16,5-2-13 15,-2 0-8-15,7 6-11 16,2 3 0-16,12-5-2 0,6 7-1 16,12-8 0-16,0 3-1 15,3-9 1-15,-1-2 1 16,7-2 5-16,4-2 1 15,11 3 1-15,8 0-1 16,2 0-2-16,1 0-2 0,7-6 3 16,-2 3-4-16,11-3 1 0,12 0 2 0,-9 0-4 15,9-5 3-15,-15-1 0 16,-9 0-3-16,-6-3 2 0,-9 0 1 0,2-3-3 16,-10 2 2-16,1-4 1 0,-11-1-1 15,-2-3 3-15,-1-6 2 0,-3-9-4 16,-3-9 2-16,-1-6 0 0,-5-4-4 15,-2 1 2-15,1-2 2 0,-4 1-3 16,5-1 4-16,2-2-1 0,2 1-3 16,4 1 0-16,1 2 1 0,1-1-3 15,7 5 0-15,-4 7 3 0,4 5-5 16,-7 10 2-16,-1 7 0 0,0 4-2 0,0 1 0 16,0 4 0-16,-1 0-2 0,-2 0 2 15,3 0 4-15,0 0-1 0,-2-3 2 16,-2 1 2-16,1 2-5 0,-2 2 2 15,2 2 1-15,-3 2-3 0,-1 3 0 16,-2 9 0-16,1 3-2 0,-1 5 2 16,3 2 0-16,-1 1-2 0,-2-4 2 15,-3-7 1-15,-2-4-1 0,2-5 1 0,3-5 2 16,0-1-3-16,-1-3 1 0,-1-4-6 16,-2-1-31-16,-8-2 146 0,-9-4-93 15</inkml:trace>
  <inkml:trace contextRef="#ctx0" brushRef="#br0" timeOffset="114687.08">7631 16228 961 0,'-8'0'146'0,"2"0"229"0,3-3-303 0,-1-6-34 0,-1-4-4 16,5-20-11-16,5-14-7 16,8-31-10-16,4-15-3 15,-14-22-2-15,-3-7 0 16,-6 23 0-16,-3 21 0 16,4 42-2-16,5 21-2 15,17 24-3-15,10 12-3 0,19 18 4 16,11 9 1-1,2 8 3-15,-7-1 1 0,-17-11 1 16,-4-4 1-16,-19-20 2 16,2-7 4-16,-10-13 11 15,1-16 1-15,-2-11-1 16,-3-20-6-16,4-14-10 0,4-11 0 16,-2-6-2-16,6-4 0 0,-3 10 2 15,-2 19-3-15,-1 20-1 0,-1 23-3 0,4 16-7 16,-2 15 4-16,5 9 4 0,6 13 0 15,-1 5 6-15,1 6 0 0,3 1-3 16,-3-1 1-16,0-3 2 0,1-3-3 16,-4-6 0-16,2-3 2 0,-4-9-2 15,4-4 0-15,-4-5 4 0,5-3-5 16,3-5-17-16,0-5-114 0,9-11 87 16</inkml:trace>
  <inkml:trace contextRef="#ctx0" brushRef="#br0" timeOffset="115189.22">8741 15326 922 0,'0'60'106'0,"0"3"84"0,3 1-97 0,-3-4-31 16,4-6-33-16,4-6-12 16,5-11-10-16,1-4-2 0,2-6-1 15,-1-1-1-15,-4-8 1 16,-1 0-1-16,-5-11 11 15,-5-7 21-15,0 0 20 16,3 0 4-16,-6-3-11 16,3 2-22-16,0 1-23 15,0 0-8-15,0 0-55 16,9-3 43-16</inkml:trace>
  <inkml:trace contextRef="#ctx0" brushRef="#br0" timeOffset="117380.9">8844 15212 931 0,'0'-3'78'0,"0"1"46"0,-4 4-64 0,-2 5-20 0,-11 10-19 16,1 5-3-16,-2 8 2 16,-8-3 3-16,5 6 5 15,-1 2-1-15,8 5-7 16,5 8-3-16,9 10-7 16,6 2-3-16,15-6 1 15,2 0 1-15,14-15 4 16,-1-4 4-16,6-17 5 15,2-11 1-15,-1-19 5 0,-1-10 1 16,2-13 3-16,-5-8 1 16,-9-8-3-16,-12-8-3 15,-11 7-11-15,-19-5 0 0,-9 5-9 16,-1-4 2-16,-8 4 1 0,3 5 2 16,3 13 8-16,6 11 1 0,1 7-3 15,8 7-7-15,3 4-5 0,6 5-6 16,-3 0-7-16,3 0-28 0,3 6-43 15,3 3 44-15</inkml:trace>
  <inkml:trace contextRef="#ctx0" brushRef="#br0" timeOffset="117596.67">8978 15393 1470 0,'-5'-3'35'15,"5"6"-22"-15,9 14-11 0,2 7 3 16,13 20 0-16,4 9 2 16,4 7 0-16,7 0 2 15,-14 0-1-15,5 1-2 16,-5-8-1-16,2 2 0 16,11-11-11-16,-2-7 4 15</inkml:trace>
  <inkml:trace contextRef="#ctx0" brushRef="#br0" timeOffset="117802.2">9417 15222 1349 0,'0'-1'66'0,"0"8"74"16,4 25-134-16,8 14-3 15,5 25 6-15,1 10-2 0,0-4-2 16,-2-6-1-16,1-17-1 16,-2-6-1-16,6-17-1 15,3-2-6-15,3-25 2 16</inkml:trace>
  <inkml:trace contextRef="#ctx0" brushRef="#br0" timeOffset="118012.07">9661 15113 1449 0,'-19'-5'95'0,"-1"2"112"15,4 6-201-15,-7 6-3 16,-5 3-2-16,-11 8 0 16,-12 5 0-16,-11 1 1 15,-4-1 0-15,2-4 1 16,4-7-1-16,18-2 1 15,12-6-1-15,29-6-66 16,10 7 47-16</inkml:trace>
  <inkml:trace contextRef="#ctx0" brushRef="#br0" timeOffset="118228.13">9783 15122 1246 0,'-12'7'81'16,"3"11"117"-16,12 26-196 16,3 11 1-16,24 28 1 15,4-2 1-15,1-4 1 16,-1-3-1-16,-8-19 0 16,-4-5-2-16,-2-5 0 15,-2-6-1-15,0-12-141 16,-2-14 103-16</inkml:trace>
  <inkml:trace contextRef="#ctx0" brushRef="#br0" timeOffset="118406.13">10080 15078 1651 0,'-12'0'51'0,"0"0"-11"16,-8 5-12-16,-22-1-10 15,-19 8-5-15,-32 2-9 0,-2 7-1 16,-1 9-17-16,11-2-50 16,23-11 40-16</inkml:trace>
  <inkml:trace contextRef="#ctx0" brushRef="#br0" timeOffset="119102.16">2712 12776 1522 0,'-16'-4'47'0,"-7"1"-20"0,-4 3-6 0,-15 10-15 0,-9 4-2 0,-1 8-1 16,-5 4 0-16,10 8 1 15,7 2-1-15,16 6-2 16,13 9-1-16,17 3 0 15,20 2 0-15,22 4 3 16,12-6 0-16,18-5 1 16,-2-2 1-16,-5-11-4 15,-7-2 0-15,-29-1 4 16,-19 2 2-16,-37 4 3 16,-13 7 2-16,-22 2-3 15,-2-4-1-15,4-14-5 16,1-14 321-16,22-20-238 0</inkml:trace>
  <inkml:trace contextRef="#ctx0" brushRef="#br0" timeOffset="119423.59">3112 13271 1088 0,'18'0'80'16,"6"-6"13"-16,8-4 10 15,-2-4 4-15,-3-11-40 16,3 2-19-16,-9-5-25 16,-3 1-7-16,-11 1-3 15,-7-7-3-15,-18 8 14 16,-6 5 0-16,-6 11-3 16,2 11 1-16,2 23-19 15,2 11-2-15,11 27-1 16,8 6-1-16,13 8 1 15,10-7-1-15,9-14 1 0,7-16 0 16,13-16 0-16,10-13 3 16,24-22-39-16,6-17 27 15</inkml:trace>
  <inkml:trace contextRef="#ctx0" brushRef="#br0" timeOffset="119703.11">3504 12863 1682 0,'1'0'41'0,"-1"5"-31"16,14 8-11-16,2 11-2 16,13 20 2-16,2 11-1 15,7 16 2-15,-7 1-1 16,-5-8 1-16,-8-7 1 16,-9-19 3-16,-5-10 3 15,-4-13 15-15,0-15 20 16,0-3 14-16,-6-13-1 15,-6-32-17-15,-4-23-22 0,2-35-21 16,8-7-3-16,12 17 1 16,11 23 2-16,1 43 1 15,0 15-3-15,-2 21-2 16,5 9-18-16,2 6-62 16,2 7 59-16</inkml:trace>
  <inkml:trace contextRef="#ctx0" brushRef="#br0" timeOffset="119946.54">3876 12811 1812 0,'0'0'0'0,"4"1"-2"16,-4 5-1-16,9 17-3 16,5 7 0-16,10 30 4 15,-2 6 0-15,1 10 2 16,2 2 0-16,-5-16 0 15,-1-10 0-15,-7-22 2 0,-3-10 5 16,0-23 16-16,3-14 3 16,9-32 2-16,0-25-5 15,3-37-13-15,2-6-4 16,-5 14-59-16,4 18-45 16,2 44 51-16</inkml:trace>
  <inkml:trace contextRef="#ctx0" brushRef="#br0" timeOffset="120433.54">4375 12974 986 0,'-3'15'137'0,"3"0"220"0,9-4-303 15,8-5-19-15,13-6-6 16,4-11-2-16,10-16 3 16,-1-6-3-16,-17-6-2 15,-8 3-3-15,-18 3-1 16,-11 6-1-16,-10 9 0 15,0 9-4-15,0 14-12 16,-1 13-1-16,8 21-8 16,5 12 0-16,11 18 2 15,11 0 1-15,17-9 2 16,5-3 0-16,7-23 0 16,0-8 0-16,-8-26 6 15,-5-12 1-15,-13-15-1 0,2-8 4 16,-7-11-10-16,-10-7-2 0,7-7-3 15,-17-4-8-15,4 7 3 0,2 9 5 16,-4 15 2-16,7 16 3 0,-2 11-2 16,2 11-5-16,9 4-1 0,9 9 1 15,11 12 1-15,-2 12 2 0,7 10 4 0,5 10-3 16,-1 2 3-16,5 4 4 0,-8-7-4 16,-4-10 3-16,-1-6 1 0,-9-10-3 15,0-10 4-15,-11-5 5 0,-2-14 11 16,-8-6 23-16,4 0 31 0,1-11 11 15,-1-10-8-15,5-21-19 0,3-19-34 16,0-22-18-16,-1-14-7 0,1 2-8 0,4 7-9 16,10 17-1-16,13 22-2 15,6 15-1-15,6 13-25 0,22 19-35 0,17 11 44 16</inkml:trace>
  <inkml:trace contextRef="#ctx0" brushRef="#br0" timeOffset="121362.82">8916 16948 1058 0,'9'-30'0'0,"5"4"-31"0,-14 5 76 0,-2 5 47 16,-17 7 31-16,-8 1 10 16,-5 8-65-16,-1 5-30 15,3 5-13-15,-4 5-9 16,4 9-10-16,0 3-3 15,4 17-3-15,8 13-1 16,12 28 0-16,3 17 0 0,8 15 1 16,4-1 1-1,4-23 2-15,-1-18 0 0,2-23-1 16,-2-13-1-16,1-18 0 16,1-7 3-16,-2-17 12 15,0-8 3-15,-6-10 1 16,1-9 3-16,-7-7-13 0,-4-4 4 15,-4-2 4-15,2 5-1 0,-3 7 4 16,3 7-1-16,2 9-7 0,-1 4-3 16,5 5-4-16,5 2-6 0,2-5 1 0,7 0 1 15,4-3-3-15,6-6 1 0,6 1 2 16,1-4-3-16,2 3 2 0,-1 2 1 16,-2 4-3-16,4 6 0 0,-4 6-1 15,5 0-46-15,-4 10-94 0,-10 1 88 16</inkml:trace>
  <inkml:trace contextRef="#ctx0" brushRef="#br0" timeOffset="121668.66">9745 17026 1695 0,'-27'-17'55'0,"11"1"-24"0,5 5-6 0,8 10-15 15,8 2-8-15,-1 13-7 16,5 7-1-16,8 22 3 15,4 7 0-15,4 26 1 16,2 11 0-16,-3 2 0 16,-1-1 1-16,-10-20-43 15,5-14 96-15,-3-26-49 16</inkml:trace>
  <inkml:trace contextRef="#ctx0" brushRef="#br0" timeOffset="121902.59">10125 16853 1455 0,'0'0'25'0,"-6"-4"-8"15,-11 2 24-15,-8-2-31 0,-7-2 6 16,-14-3 10-16,-10 2 1 16,-22 7-2-16,-4 7-8 15,-4 12-13-15,4 5-1 16,17 2-1-16,13-4-2 15,17-4-39-15,7-3 30 16</inkml:trace>
  <inkml:trace contextRef="#ctx0" brushRef="#br0" timeOffset="122410.95">10416 17212 1527 0,'-3'0'42'16,"3"4"-16"-16,3 7-28 15,12 23-3-15,1 16 3 16,14 23 2-16,2 5 1 16,-2-9 0-16,-2-9 0 15,-11-25 0-15,-2-10 1 0,-11-14 16 16,-4-7 14-16,-1-10 20 16,-8-7-1-16,-12-34-20 15,-5-31-27-15,-17-60-34 16,-5-16-3-16,4-16 5 15,7 2 15-15,23 22 19 16,14 14 6-16,6 40 2 16,9 29-1-16,9 44-4 15,2 7-3-15,7 13-4 0,10 10-1 16,-4 4 1-16,5 4-2 0,-1 1 2 16,-4 5 0-16,-4 4-2 0,-5 1 0 15,-5 9 1-15,-8 1-2 0,-5 2 3 16,-6-1 2-16,-8-4-2 0,-5-1 2 15,-10-6 1-15,-8-2-1 0,-14-2 3 16,-18-5 1-16,-12-2-11 0,-8-7-53 16,7-4 39-16</inkml:trace>
  <inkml:trace contextRef="#ctx1" brushRef="#br0">11965 12323 0,'0'0'0,"0"0"15,0 0 1,15-41 0,-15 30-16,0-1 15,7-3-15,-7 1 16,8-9-16,-1-7 16,8-4-16,-7 4 15,7 8-15,-8 7 16,1 4-16,-1 3 15,-7 4-15,0 1 16,0 3-16,0 0 16,0 0-1,8 0-15,-8 0 16,0 0-16,0 0 16,0 0-16,0 0 15,0 0-15,0 0 31,0 0-15,0 0 0,0 0-1,0 0 1,0 0 0</inkml:trace>
  <inkml:trace contextRef="#ctx0" brushRef="#br0" timeOffset="125771.58">4617 11841 1285 0,'-20'22'-67'0,"10"-5"46"0</inkml:trace>
  <inkml:trace contextRef="#ctx0" brushRef="#br0" timeOffset="128241.75">4600 11880 1618 0,'-21'9'48'0,"5"0"-18"0,2-2-22 0,8-2-1 16,6-5-1-16,2 0 5 0,1 0 6 16,-2 0-5-16,-1-3-3 0,3 1 1 15,-1-2-5-15,2-1 5 0,1-2 6 16,-2-1 0-16,1-1 3 0,-1-1 3 16,-1-5-1-16,-2 1 8 0,0 4 6 15,-5 2-2-15,5 4 2 0,-4-10-4 16,-1-16-12-16,2-28-5 0,-3-29-5 0,2-23-9 15,1-8 1-15,3 1 1 0,0 12-2 16,9 8 0-16,3 5 1 0,1 5-2 16,1 2 1-16,1 11 1 0,0 5-2 15,0 12 1-15,0 11 1 0,-6-1-2 16,-2 7 1-16,1-7 1 0,-4-4-2 16,11-4 1-16,0-10 1 0,-6-1-2 15,6-7 1-15,2 4 1 0,-1 0-1 0,2 8 0 16,-1 7 1-16,-10 6-1 15,-2 9 0-15,-4 1 1 0,2 8-2 0,-3 6 1 16,-3 3 2-16,-1 3-2 0,-1-3 0 16,2-3 3-16,6 0-3 0,2-9 0 15,2-1 0-15,2-7-3 0,2-5 3 16,10-2 0-16,-2-3-2 0,4 0 2 16,-5 3 1-16,0 4-1 0,-6-2 0 15,0 2 2-15,-6 5-3 0,1-3 1 16,-5 6 1-16,1 2-1 0,-3-4 0 15,3 4 3-15,-2-5-4 0,4-9 1 0,2-5 1 16,-1-6-2-16,3-6 1 0,3-1 0 16,2-1-1-16,5-2 0 0,-1 1 1 15,-4 5-1-15,-1-4 1 0,-4 5 1 16,-6-2-2-16,-2 4 1 0,-1 4 3 16,0 5-3-16,-1 3 1 0,-2 2 2 0,-1-4-5 15,4-4 2-15,0-4 1 16,4-10-3-16,3-7 1 0,10-10 1 0,4-10-2 15,1 0 2-15,1 0 0 0,-10 8-1 16,2 15 1-16,-6 8 2 0,2 20-3 16,-4 10 0-16,-7 11 1 0,0 8-1 15,0 5 4-15,-4-1 5 0,1 1-3 16,-2-4 0-16,4-2 0 0,1-7-6 16,6-7 0-16,6-7 1 0,9-5-3 15,0-6 3-15,-2-2 1 0,2 4-1 16,0-1 0-16,-3 11 1 0,-6 6-2 0,-4 8 1 15,-4 10 1-15,7 3-1 0,-7 4 0 16,1 1 3-16,-2-4-4 0,4-4 1 16,8-4 0-16,11-8-2 0,13-11 2 15,15-4 0-15,12-7-2 0,12-7 2 16,0-2 0-16,0-5-2 0,-2-1 2 16,-4-2 2-16,-1 6-3 0,5 9 1 15,8 3 0-15,2 7-1 0,1 4 1 16,-3 2 1-16,-11-1-2 0,2 0 1 15,3-3 1-15,8-1-3 0,10-7 1 0,15-4 1 16,8-3-1-16,3-10 1 0,-5 1 1 16,3 0-1-16,6 4-1 0,3 5 1 15,4 6-2-15,-4 3 1 0,-18 3 1 16,-6 5-1-16,3 1 0 0,0 1 1 16,5-1 0-16,2-1 0 0,-11-1 1 15,7-1-1-15,12-7 0 0,4-3 1 0,12-5-2 16,-1 1 0-16,-4-1 1 15,13 3-3-15,3 0 3 0,1 3 0 0,-4 0 0 16,-9 3 0-16,5 3 2 0,-1 3-3 16,1 2 1-16,-5 4 2 0,-18 0-2 15,4 1 0-15,2 4 1 0,6-4-1 16,3-1 0-16,-2-4 0 0,5-4-1 16,8-1 0-16,7 2 1 0,4 1-1 15,-14-2 1-15,8 2 2 0,-4 2-2 16,3 1 0-16,-1 3 2 0,-17 4-3 0,6 2 1 15,-4-1 1-15,4 4-2 16,0 0 1-16,-13 4 0 0,8 2-1 0,8-6 0 16,3 3 2-16,3 2-2 0,-15-5 1 15,3 4 0-15,8 2-2 0,-2-1 1 16,7-1 2-16,-14 1-3 0,-12 3 2 16,10 2 2-16,0-1-3 0,-1 3 1 15,-7-4 1-15,-11 1-2 0,4 3 1 16,-2 0 1-16,5 0-1 0,0-3 0 0,-10 0 1 15,2 1-2-15,4-1 1 0,1 5 1 16,7-2-2-16,-2 1 1 0,-2 2 1 16,-11-3-2-16,2 5 1 0,6-1 1 15,-2 1-1-15,1 1 0 0,-8 1 1 16,-8 2-2-16,-1-3 1 0,3 3 2 16,0-1-2-16,0-2 0 0,3 3 2 15,-6 0-3-15,-4 0 1 0,-5 0 0 16,6 0 0-16,6 1 0 0,-3 5 1 15,4 3-2-15,-11 0 1 0,-10 2 0 16,-3-1-1-16,-8-1 1 0,7-3 1 0,4 2-3 16,2 4 2-16,9-8 1 0,-13 2-1 15,-1 2 0-15,4-4 1 0,-7-1-3 16,7 6 2-16,-1 0 0 0,11 2 0 16,2-1 0-16,-8 5 2 0,0-1-2 15,-9 1 0-15,-5 0 0 0,-1-4-2 16,-10 1 2-16,5-1 1 0,-1-2-2 0,12-2 1 15,3 2 2-15,-3-1-2 16,-2-4 0-16,-5 1 1 0,-7-2-1 0,-4 1 0 16,-3 5 0-16,3-9 0 0,12 9-1 15,-6-4 2-15,2 1-2 0,-8 1 1 16,-15 1 1-16,6 1-1 0,-9-2-1 16,-2 2 2-16,8-4-2 0,-6 4 1 15,2-5 1-15,-1 1-1 0,4-4 0 16,-4 2 1-16,13 0-2 0,-8 2 1 0,-9-5 1 15,4 4-1-15,-13-4 0 0,-1 2 0 16,-2 1 0-16,-6 1-1 0,-3-2 2 16,-2 1-1-16,-1-2-1 0,6 2 2 15,0-3-1-15,0 2 0 0,0-2 0 16,-1 0 0-16,-1 0 0 0,2 0 0 16,-7 0 0-16,-4 0 0 0,1-2 1 15,-1 2-1-15,-1 0-1 0,6 0 2 16,-9 2-1-16,2-2 0 0,-8 0 1 15,1 0-1-15,-1-2 0 0,0 2 2 16,0 0-1-16,0 0 4 0,0 0 7 0,5 0 2 16,-5-3 4-16,-5-1 0 0,5-2-9 15,-4-3-3-15,-2-6-2 0,3 0-4 16,-2-2 0-16,1-1 0 0,-8-3-3 16,3 0-1-16,-3 3 1 0,-2-4-2 15,1 5 3-15,-1-2 3 0,1 4-1 16,4 2 4-16,-2 5 1 0,7-1-4 15,-2 0 2-15,1 5-1 0,2-2-3 16,3 4 0-16,0 1 1 0,0 1-5 0,0 0 1 16,0 0 1-16,8 3-2 0,1 4 3 15,4 1 3-15,4 5-1 0,4 4 0 16,1 2 0-16,5 0-2 0,-1-1 1 16,-1 3 1-16,-7-4-2 15,2 1 2-15,-10-3 1 0,7-3-2 0,-5 0 1 16,-6-5 1-16,7-1-1 0,-13-3-1 15,3-3 1-15,0 0-5 0,-6 0 0 0,3 0 3 16,-7 2-3-16,-7 5 4 0,-11 2 2 16,2 5-1-16,-7 4 1 0,5 6 2 15,-7 1-3-15,-2 7 0 0,-8 7 1 16,-2 3-2-16,7-2 1 0,-2 2 1 16,4-6-2-16,1-3 0 0,4-3 1 15,3-7 0-15,6-2 0 0,0-8 1 16,3-1-1-16,1-7 1 0,-2-1 2 15,4-4-3-15,0-4 3 0,3 1 1 16,4-3-3-16,-1-3 2 0,5-3 0 0,4-9-4 16,4-5 1-16,13-5-1 0,1-7-2 15,3-7 1-15,7-4 0 0,-4-5-1 16,9-2 1-16,-1 5 2 0,-2 3 0 16,-9 9 1-16,-3 5 3 0,-9 11-4 15,-3 11 3-15,-5 3 2 0,2 5-5 16,-3-1 2-16,0 5 1 0,0 0-5 15,0 0 1-15,0 0 0 0,0 0-4 0,0 0-1 16,-3 5 2-16,3 4-4 0,-1 4 2 16,-5 8 3-16,-3 5-3 0,-5 8 3 15,-7 1 2-15,-4 1-1 0,1 1 2 16,3-7 3-16,7-6-3 0,7-7 2 16,4-8 1-16,3-9-3 0,0 3-2 15,6-2 2-15,4-1-1 0,16-4 0 16,1-5 1-16,6-6 0 0,3-6 0 15,-2 0 1-15,-1-5-1 0,-3 4 0 16,-7 1 4-16,-11 7-3 0,-6 7 1 0,-6 7 2 16,0-2-4-16,0 2 1 0,0 0 2 15,0 0-3-15,-5 2 0 0,-5 5 3 16,-7-1-3-16,-4 6 0 0,-4 0 3 16,-1 3-3-16,-1 5 1 0,2 4 1 15,-5 4-4-15,0 2 2 0,0 0 1 16,6-4-3-16,7-4 1 0,5-8-31 15,8-7-98-15,-4-10 85 0</inkml:trace>
  <inkml:trace contextRef="#ctx0" brushRef="#br0" timeOffset="131818.31">16306 14849 1340 0,'-3'-12'52'0,"2"3"-13"0,1 4-7 0,0 7-27 0,1 5-4 0,4 7-1 0,-1 7-2 16,2 13 1-16,-6 10 2 0,-1 7-1 15,-4 6 3-15,-4-2 1 0,0-7-3 16,0-9 2-16,2-13 2 0,2-13 0 16,5-10 25-16,0-1 20 0,9-13 0 15,12-14-1-15,18-20-22 0,29-29-25 0,23-23 1 16,34-14 1-16,34-6-8 0,24-8-29 16,19 4 23-16</inkml:trace>
  <inkml:trace contextRef="#ctx0" brushRef="#br0" timeOffset="132596.81">31656 9461 868 0,'-3'17'16'16,"-1"10"-20"-16,-14 7-3 0,-3 5 6 0,-14 5 2 0,4-2 9 0,-7-3 2 0,3-3 1 15,14-8 1-15,0-7 4 0,16-7 14 16,5-14 56-16,3 4 33 0,6-4 0 16,9-4-13-16,9-10-53 0,6-5-37 15,12-8-9-15,15-12-3 0,21-14-5 16,15-11 1-16,19-13 1 0,16 1-4 16,14 5 1-16,23 11-1 0,-3 21-17 0,-1 11 13 15</inkml:trace>
  <inkml:trace contextRef="#ctx0" brushRef="#br0" timeOffset="133484.37">17294 9958 842 0,'12'-5'32'0,"-1"5"3"0,1 0-32 0,-3 5-8 0,-5 2-8 0,-1 7 1 0,3 2 5 0,-10 4 0 0,-5 5 5 16,-5 0 8-16,-4 1 4 0,2-5 7 15,4 0 14-15,3-11 32 0,3-2 52 16,6-8 29-16,0 0 1 0,2 0-23 0,-2-3-45 16,4-8-32-16,9-8-15 15,8-8-12-15,18-11-13 0,17 0 0 0,20-3 0 16,19 2-3-16,10 6-7 0,6 2 3 15</inkml:trace>
  <inkml:trace contextRef="#ctx0" brushRef="#br0" timeOffset="135994.57">9589 17899 1638 0,'0'-2'59'0,"-1"2"-7"0,2 0-23 0,-1 0-27 0,0 6 0 0,0 5 0 0,-4 7-3 16,2 1 1-16,-1 10 1 0,-4-4-2 15,2 5 1-15,1-7 1 0,2-5-1 16,-1-6 0-16,3-5 3 0,0-7-4 16,0 0 2-16,3 0 5 0,3-9-2 15,14-3 8-15,7-13 1 0,19-10-6 16,25-17 0-16,23-8-1 0,28-14-6 0,7-7 2 15,-5-1-13-15,22-5 6 0</inkml:trace>
  <inkml:trace contextRef="#ctx0" brushRef="#br0" timeOffset="138482.28">17007 11319 1552 0,'-138'-48'41'15,"-80"-15"-32"-15,131 33-14 0,63 54 11 0,-6-18-8 0,-31-7 1 16,1 2 0-16,4 4 1 0,-1 7-1 16,-3 0-1-16,-4 1 2 0,-1 8-4 15,5 5 1-15,3 5 1 0,14 7-3 16,1 2 2-16,10 3 2 0,-1 10-3 15,8 1 3-15,1 0 1 0,4 4-2 16,7-7 2-16,4-1 1 0,6-4-1 16,6-4 2-16,6-10 1 0,16-1-2 0,10-5 1 15,11-5 3-15,20-5-3 0,17-4 1 16,20-7 2-16,22-4-3 0,1-1 1 16,3-1 4-16,-6-8-6 0,4-2 1 15,11-4 1-15,-4-6-3 0,-1-6 2 16,-20-1 3-16,-16-4-4 0,-6-8 3 15,-4-1 4-15,-6-2 1 0,-7-1 12 16,-22-1 14-16,-14 0 9 0,-22-6 11 0,-14 3 4 16,-11-4-7-16,-9-2-12 15,-17 2-7-15,-20 1-13 0,-7 1-10 0,-7 2 1 16,-3 6-11-16,3 8 0 0,-4 5-1 16,0 14-5-16,-17 11 2 0,-9 4 1 15,-9 13-3-15,-2 5 3 0,4 9 1 16,7 11-37-16,3 8 44 0,-11 11-14 15</inkml:trace>
  <inkml:trace contextRef="#ctx0" brushRef="#br0" timeOffset="139372.03">21472 12099 1451 0,'0'4'36'0,"-1"2"-24"0,-5 3-5 0,1 0-6 0,4 3 1 0,-7 0 2 0,-1-1-1 16,5-1 7-16,-4-4 12 0,4-1 6 16,4-2 6-16,0-3 3 0,0 0 2 15,7-5-2-15,10-2 0 0,5-10-9 16,20-10-12-16,15-13-4 0,30-14-9 15,33-12-9-15,27-8-21 0,20-10 15 16</inkml:trace>
  <inkml:trace contextRef="#ctx0" brushRef="#br0" timeOffset="142755.79">4147 13841 1346 0,'0'2'44'0,"5"1"-9"0,-7-3-19 0,-1 0-16 0,6 0 0 0,-9 3 1 15,5 6-1-15,-7 4 3 0,-1 4 3 16,0 5-1-16,-4 4 5 0,-1 1 7 16,-5 1-3-16,1 1 3 0,0-1 2 15,1-2-3-15,5-7 3 0,3-4 0 16,8-5-4-16,1-10 4 0,0 0 3 0,0 3-2 16,1-7 0-16,8 0-3 0,20-14-8 15,23-12 0-15,35-21-2 0,33-32-4 16,21-28 0-16,20-24 2 0,28-18 244 15,10-15-179-15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6:01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10534 12699 1079 0,'-15'-3'45'0,"-6"-2"21"0,-4 4 64 0,59-2-178 0,-16 3 108 16,-18-2-16-16,8 2-16 0,-2 0-9 16,6 0-4-16,1 0-7 0,4 0 1 15,5 0 0-15,2 2-5 0,3 1 1 16,3 1 0-16,2-4-5 0,-2 0 1 16,4 0 1-16,-4 0 0 0,5-4 3 15,-2 1 2-15,3-3-2 0,-2 1 1 0,5-1 1 16,3 2-4-16,-3-2 1 0,14 1 1 15,-2 1-5-15,5-5 1 0,4 1 1 16,-4 1-2-16,-4 1-2 0,-5-2 3 16,-1 4-1-16,-5 1 0 0,-4 1 4 15,-2 2-4-15,-8 0 2 0,-3 3 2 16,-9-1-4-16,-8-1 3 0,-5-1 2 0,-2 2-1 16,3-2 2-16,-2 0 4 15,-1 0 0-15,0 0 1 0,3 0 2 16,-6-3-6-16,3 1-3 0,0 1-1 0,0-1-36 15,-4-2 25-15</inkml:trace>
  <inkml:trace contextRef="#ctx0" brushRef="#br0" timeOffset="1725">5023 13349 1413 0,'-4'-4'36'0,"2"-1"-28"0,2 5-2 0,0 5 0 0,2-4-5 0,2 7 1 0,1-4 0 0,2 2-1 16,-5 2 0-16,2-4 1 0,-4-1-2 15,-1 2 0-15,1-5 3 0,-3 0-3 16,1 4 3-16,-1-2 3 0,-1 1-3 0,-1 3 1 15,-1 1-1-15,0 2-3 0,0 3 0 16,2 0 2-16,5 2-2 0,-1 1 3 16,9 0 1-16,3 0 0 0,0 0 3 15,5-6 3-15,2-5-3 0,-2-4 4 16,1-7 1-16,7-5-3 0,-1-8 1 16,3-10 0-16,12-4-5 0,4-13-1 15,8-4 1-15,6-6-36 0,17-3 23 16</inkml:trace>
  <inkml:trace contextRef="#ctx0" brushRef="#br0" timeOffset="2994.52">5028 14036 1337 0,'-53'12'95'0,"50"-10"-63"0,3 2-47 0,21 2 27 15,-12-1 0-15,3 1-4 0,2 1 3 0,-1-1-1 16,-2 0-7-16,-2 0 0 0,0 2 0 16,1-2-3-16,-2 1 2 0,1-3 1 15,0-1-3-15,-2-3 4 0,9-3 5 16,11-13-2-16,15-9 6 0,20-11-3 16,20-17-7-16,31-20 1 0,25-22-1 15,12-16-2-15,6-6-11 0,-3 14 116 16,0 13-81-16</inkml:trace>
  <inkml:trace contextRef="#ctx0" brushRef="#br0" timeOffset="3647.37">4915 14501 1223 0,'-13'-9'44'0,"-4"6"-21"0,-1 7-12 15,-3 13 8-15,0 5-19 0,0 7-1 0,-1 2-1 0,10 2-7 0,-2 2 1 16,10-4 2-16,4 2-1 0,-5-3 6 16,1-7 2-16,4-2 2 0,-2-8 6 15,4-7 28-15,7-3 19 0,-5-4 9 16,17-11-1-16,26-14-28 0,22-17-20 15,27-17-6-15,25-23-6 0,12-20-31 0,20-13 22 16</inkml:trace>
  <inkml:trace contextRef="#ctx0" brushRef="#br0" timeOffset="10629.75">28381 11724 1395 0,'-4'-3'58'0,"-2"-2"38"0,3 4-96 0,3-2-6 0,0 1-1 15,4 2-1-15,4 0 4 0,-1-1 5 16,4 1-1-16,-2 0 1 0,0 1 1 16,3 5-3-16,-3-1 2 0,3 2 2 15,0-1-1-15,6 2 1 0,3-2 2 16,4 0-5-16,7-2 3 0,5 1 6 15,4-5-4-15,2-5 5 0,8 1-2 0,6-7-6 16,8 2 3-16,4 0 4 0,-2 0-3 16,-5 3 1-16,-7 3 0 0,-4-1-6 15,-1 1 1-15,-8 1 0 0,1-2-3 16,-1 4 1-16,-1 0 3 0,2 0-4 31,-1 0 1-31,6 1-1 0,0-1-5 0,7-4 2 0,-1-1 2 0,-9-1 0 16,3 2 5-16,-1 1 7 0,1-2-2 0,-2 1 1 15,2 4-3-15,-4 0-5 0,-1 0 1 16,-4 4 0-16,3-4-2 0,-3 0 1 16,3 0 2-16,-3 2-3 0,-7 1 2 15,-2-3 3-15,0 0 2 0,-3 0 11 16,-3 0 7-16,-3 0-1 0,-6-5-1 16,-3 5-6-16,0 0-9 0,-2 0-1 15,-1 0-1-15,-1-4-4 0,-4 4 2 0,1 0 0 16,-1-3-4-16,-1 1 2 0,-3 2 1 15,0 0-3-15,2 0 0 0,2 2 3 16,1 1-4-16,-5-3 1 0,0 0 3 16,0 0-2-16,0 0 1 0,0-3 1 15,0 3-2-15,0 0 1 0,0 0 1 16,0 0-3-16,0 0 1 0,0 0 4 16,0 0-5-16,0 0 0 0,0 0 0 15,0 0-3-15,0 0 1 0,0 0 2 16,0 0-1-16,0 0 3 0,0 0 2 0,0-2-10 15,0 2-17-15,0 0 14 0</inkml:trace>
  <inkml:trace contextRef="#ctx0" brushRef="#br0" timeOffset="13987.99">23908 14000 1528 0,'-3'0'37'0,"3"0"-29"0,-2 0-7 0,2 0 0 0,9 0-3 0,-12 0-1 0,11 2 3 15,-7 1-4-15,-1 3 3 0,8 3 1 16,-4 6 0-16,10 0 1 0,1 9 3 0,4 3-4 16,-2 5 2-16,1 4 1 0,-2 3-3 15,-2 3 0-15,-1-3 2 0,-8-4-2 16,-2-1 2-16,-5-8 5 0,-4-10 5 16,0-2 8-16,-1-8 10 0,1 1-1 15,3-7 2-15,-2 0 1 0,1-4-7 16,-1-1-1-16,-2-4-4 0,-2-3-7 15,-2-9-3-15,1-1-2 0,1-2-4 16,3 0 2-16,1 4 1 0,1 2-3 16,-2 2 2-16,1 2 2 0,1 1-5 0,-1-5 1 15,4 1-1-15,2-4-3 0,8-1 2 16,3-2 1-16,2-3-3 0,-2 0 0 16,1 2 3-16,5-1-5 0,-1 8 0 15,-4 5 0-15,1 5-8 0,-8 8-4 16,-5 0 5-16,4 8-3 0,-2 2 7 15,-2 7 7-15,4 4-3 0,-1 0 1 16,1 6 1-16,1-2-2 0,3 5 1 0,0 0 1 16,4-5-2-16,1 4 1 0,-1-1 1 15,2-5-1-15,0-1 0 0,2 2 1 16,-4-6-2-16,-1 3 1 0,-6-4 2 16,2-4-3-16,-8-8 1 0,0-4 2 15,0 2-2-15,0-3 1 0,3 3-42 16,-6-9-176-16,1-7 144 0</inkml:trace>
  <inkml:trace contextRef="#ctx0" brushRef="#br0" timeOffset="14600.84">24314 14020 1430 0,'-9'6'35'0,"2"0"-27"0,1 1-2 0,6-1-6 0,0 2 0 0,4-4 3 15,5 4 1-15,0 1 3 0,0 1 4 16,5 5-3-16,2 0 2 0,1 9 2 15,1 6-3-15,-6 10 1 0,0 8 0 16,-2 11-6-16,-1-2 1 0,3 3 0 16,-7-8-2-16,-2-10 5 0,-3-7 5 15,1-14-1-15,-1-8 5 0,0-13 6 0,0 5 5 16,-1-10 5-16,-2-7 0 0,-2-10-13 16,5-8-8-16,-4-21-6 0,-4-11-4 15,8-11 4-15,-10-10 2 0,5 7-2 16,7 3 3-16,-2 13 4 0,7 9-1 15,4 16 2-15,-4 8-2 0,2 9-8 16,3 6-3-16,-1 5-2 0,-1 7-6 0,1 3 4 16,-4 3 3-16,2 1 0 0,5 2 3 15,-1 3 0-15,8-3-3 0,3 0 0 16,11-1-7-16,1-7-43 0,-2 2-31 16,4-3 41-16</inkml:trace>
  <inkml:trace contextRef="#ctx0" brushRef="#br0" timeOffset="14704.49">25264 13681 1152 0,'7'-47'42'0</inkml:trace>
  <inkml:trace contextRef="#ctx0" brushRef="#br0" timeOffset="15006.17">25022 13586 1587 0,'-58'-21'99'0,"4"-115"49"31,-99 350-152-31,145-187-1 16,10 11 0-16,10 13 3 0,10 10 2 0,16 16-2 15,4 5 1-15,3 4 2 0,-2-4-2 16,-4-1 1-16,-4-6 2 0,-11-6-2 16,-3-8 0-16,-11-11 3 0,-5-7-3 15,-5-13 2-15,-9-10 3 0,4-5 2 16,4-11 19-16,1-4 16 0,-3-3-3 15,3-12-3-15,0-13-14 0,3-13-18 16,3-14-1-16,6-10 1 0,4 5-5 16,4 5 1-16,1 14 0 0,-5 16-3 15,1 4 1-15,-2 7 2 0,4 4-4 0,-8 5 1 16,-11 5-2-16,9 0-2 0,-3 5 2 16,3 2 1-16,4 5-9 0,1-1-17 15,-1-1-25-15,8-1-46 0,17-4-106 16,5-10 123-16</inkml:trace>
  <inkml:trace contextRef="#ctx0" brushRef="#br0" timeOffset="15544.68">26348 14118 1668 0,'-3'3'48'0,"0"3"-43"0,3 9-2 0,0 5-4 0,3 5-6 0,-3-1 0 0,0-4-4 0,0-4 3 16,-5-2 4-16,-4 1 1 0,-4-5 4 15,-7-1 6-15,-5-4-1 0,2-5 5 16,2-6 4-16,3-8 2 0,2-7 3 15,1-1-1-15,3-2-6 0,3-3-5 16,6 0-6-16,3-2-4 0,12 4 2 16,4 4 3-16,7 6-1 0,4 5 2 15,3 4-1-15,0 3-5 0,0 3 0 16,-9 3-1-16,-5 6-2 0,-2 3 3 0,-2 1 3 16,-6 1-1-16,6 2 1 0,-6 0 2 15,6 7-3-15,1-2 2 0,-1 4 1 16,2-1-3-16,-2 0 0 0,-3-3 2 15,4-3-2-15,-4-6 1 0,6-1 2 16,-4-4-4-16,-4-7-7 0,-1 0-43 16,-6-7 31-16</inkml:trace>
  <inkml:trace contextRef="#ctx0" brushRef="#br0" timeOffset="15943.37">26570 13898 1597 0,'4'42'35'0,"8"-6"-35"15,-7 9-1-15,13-7 3 0,-3-5-2 16,-9-4 2-16,7-8 2 0,-13 2 3 0,0-5 9 16,0 1 5-16,0-5-2 0,8-5-3 15,-4-3-5-15,4-5-7 0,-7-1 2 16,4-3 4-16,-10-1-2 0,5-8 3 15,3-3 1-15,-1-2 0 0,-2-1 9 16,-9-3 8-16,-8 0 2 0,4-1-2 16,4-3-6-16,0 4-13 0,6-5-5 0,6 1-4 15,-2 2-7-15,7-2-3 0,5 2-3 16,8 7-5-16,5 2 3 0,-5 1 7 16,10 5 2-16,-5 8 2 0,1 0 1 15,1 14-4-15,-10 7 2 0,-6 4 4 16,-3 10-1-16,-7 4 1 0,-2 0 3 15,0 4-3-15,-2-1 1 0,2-2 3 16,0-2-5-16,2-11 1 0,5-3 2 16,1-6-3-16,2-12 1 0,-1-6 0 15,8-9-62-15,4-14-299 0,-3-16 241 16</inkml:trace>
  <inkml:trace contextRef="#ctx0" brushRef="#br0" timeOffset="16424.59">27000 13507 1508 0,'0'10'52'0,"5"5"-9"0,2 14-21 0,4 11-14 0,4 11 0 0,0 9-2 0,6 5 1 0,0-1 3 0,-3-4-4 15,-2-6 1-15,-4 0 2 0,-3-9-4 16,0 0 1-16,-3-6 0 0,-1-8-4 16,-2-7 0-16,-3-6 2 0,0-9-33 15,-3-9 22-15</inkml:trace>
  <inkml:trace contextRef="#ctx0" brushRef="#br0" timeOffset="16612.53">27147 13837 1422 0,'-39'-8'172'0,"0"7"342"0,8 2-545 16,-2 11-22-16,16-3-26 0,-2 0-2 16,-1-1 17-16,-1-4 15 0,-1-4 16 0,1 0 0 15,3 0-15-15,1-4-25 0,4-1 41 16</inkml:trace>
  <inkml:trace contextRef="#ctx0" brushRef="#br0" timeOffset="16784.59">27306 13951 1304 0,'-3'-2'119'0,"3"2"143"0,5-3-212 15,-2-1-35-15,1-5-4 0,-1-8-21 16,-3-7-38-16,9-4-32 0,-3-4-205 16,-1 2 175-16</inkml:trace>
  <inkml:trace contextRef="#ctx0" brushRef="#br0" timeOffset="16938.48">27332 13763 1047 0,'-24'9'139'0,"6"0"111"0,-3 3-97 0,7-1-109 15,4 2-15-15,-1 4-10 0,7 7-11 0,-1 4 1 16,5 5 1-16,5 3-2 0,11 5 4 15,2-2 2-15,6 0-3 0,2-5 4 16,-7-3 2-16,5-1-5 0,2-6 0 16,-7-6-1-16,5-3-6 0,-14-10-1 15,2-4 0-15,0-2-3 0,-6-13-16 16,8-10-46-16,1-16 38 0</inkml:trace>
  <inkml:trace contextRef="#ctx0" brushRef="#br0" timeOffset="17332.62">27487 13694 1850 0,'-1'0'36'16,"2"5"-41"-16,17 16-4 0,11 7 5 16,7 10 1-16,3 5 3 0,-9 1 1 0,-9-2-2 15,-9-2 1-15,-11-2 3 0,-1-7-3 16,-4-2 3-16,-1-13 1 0,4-2-4 15,1-4 1-15,0-4 1 0,0-4-2 16,4 1 0-16,2-11 3 0,2-8-1 16,1-16 3-16,0-14 1 0,0-16-3 15,0-7 1-15,-5 2 2 0,-1 11 0 16,-3 17 1-16,0 17 1 0,-3 8-2 0,-1 11-1 16,-1 2 0-16,4 1-5 0,1 0-3 15,-3 6 1-15,6 4-3 0,3 4 4 16,6-1 1-16,1 4-1 0,1 2 1 15,1 5 1-15,0 6-3 0,0 2 1 16,0 5 1-16,4 4-3 0,-8-2 3 16,1-3 2-16,-11-5-3 0,-2-8 2 15,-7-4 1-15,2-8-2 0,3-4-1 16,-3-5-64-16,6-4-123 0,2-17 115 16</inkml:trace>
  <inkml:trace contextRef="#ctx0" brushRef="#br0" timeOffset="17718.04">27975 13607 2026 0,'0'2'41'0,"4"7"-42"0,8 9-5 16,6 15-12-16,5 10 0 0,2 8 2 0,1-3-1 15,-13-9 11-15,4-1 5 0,-13-5-1 16,1-5 2-16,-5-1 5 0,-5-6-5 15,1-4 3-15,-1-10 1 0,5-5-4 16,-4 2 5-16,7-5 3 0,-5-7-3 16,-2-14 0-16,4-16-14 0,-9-19-33 15,3-16-11-15,3-8 2 0,3 4 13 16,9 14 30-16,3 21 12 0,4 17-2 16,-7 16 0-16,-7 9 0 0,13 0-3 15,-9 4 1-15,7 5 3 0,-1 8-3 0,-3-2 3 16,-4 4 2-16,4 4-3 0,0 1 2 15,1 3 2-15,4-2-3 0,4 2 0 16,0 3 3-16,3-1-6 0,4 5 3 16,-4-2 0-16,0-7-3 0,-6 1 0 15,-3-5 2-15,0-6-4 0,-3-3-6 16,-3-8-64-16,2-4-371 0,-8-13 295 16</inkml:trace>
  <inkml:trace contextRef="#ctx0" brushRef="#br0" timeOffset="17998.25">28722 13567 1592 0,'-57'16'75'0,"43"23"-52"15,-2 5-18-15,-2 2-2 16,49 5 0-16,-44-28-1 0,-4-2 1 16,2-9-2-16,-4-3 2 0,5-5 7 15,-2-4 7-15,1-4 16 0,-5-13 9 0,1-5-7 16,-1-13-7-16,1-7-10 0,7-1-4 15,3-4 10-15,6 8 3 0,3 14-8 16,4 10-4-16,5 7-8 0,3 8-7 16,6 3 0-16,11 11 2 0,2 4-3 15,4 12 1-15,4 0 3 0,0 1-3 16,-2 2 3-16,-1-7 0 0,9 1-4 16,-1-9 1-16,13-3 0 0,4-9-6 15,-1-8 2-15,9-10-7 0,5-16 50 0,-5-22-30 16</inkml:trace>
  <inkml:trace contextRef="#ctx0" brushRef="#br0" timeOffset="25892.04">28992 11953 723 0,'-42'-4'33'0,"1"1"8"0,-10 1-17 0,8 2-6 0,1 0 3 0,3 0 13 0,12 2 37 16,1-2 21-16,-2 0 24 0,5 3-4 15,-4-3-33-15,-1 0-25 0,-2-3-24 0,0 1-17 16,3 2-4-16,1-3-3 0,-1 2-4 16,2 1-1-16,-4-3 2 0,-2 1-3 15,-7 2 1-15,-5-3 1 0,-1 2-2 16,4-2 0-16,7 1 2 0,3-1 1 15,12 0 11-15,4 3 9 0,2-1-1 16,3-1 1-16,2 2-10 0,-2-1-9 16,9 1-1-16,0 0 1 0,0 0-3 15,-5-2 1-15,5 2 1 0,0 0-3 16,0 0 0-16,0 0 1 0,0 0-4 16,5-3 0-16,2 2 3 0,-1-4 0 0,9-2 7 15,0 1 5-15,0-3-6 0,5 1 1 16,-8 4-1-16,1-5-5 15,5 4 2-15,-12-1 1 0,0 3-4 0,-6 3 0 16,0 0 1-16,0 0-2 0,0 0 0 16,0 0 1-16,0 0 0 0,0 0 2 15,0-1 1-15,-9 1-3 0,2 1 3 16,-4-1 2-16,-2 3-2 0,-4 3 0 0,-1 3 0 16,-1 0-3-16,-7 5 1 0,-1-1 2 15,5 2-3-15,-2-1 0 0,6 1 2 16,4-3-3-16,1 0 2 0,4-3 0 15,4-3-1-15,4-6 0 0,-1 1 2 16,-1 4-2-16,3-5 1 0,0 0 3 16,0 0-2-16,0 0 1 0,0 0 2 15,5 4-3-15,2-2 1 0,2 2 2 16,8 4-4-16,1 1 2 0,6 3 1 0,6-2-4 16,4 2 2-16,7 0 2 0,-2 2-4 15,-2-5 0-15,-1-3 1 0,-6-3-4 16,3-3-25-16,-9-2-368 0,-7-10 275 15</inkml:trace>
  <inkml:trace contextRef="#ctx0" brushRef="#br0" timeOffset="29462.54">28939 12823 634 0,'6'0'152'0,"-3"0"-102"0,-3 0-8 0,-3 0 3 16,-1 0 14-16,-4 0 22 0,-2 0 2 15,-14 1 12-15,-12-1-14 0,-17 0-18 0,-10-4-3 16,-10-1-22-16,-13-4-10 0,-10 0-3 16,-9-4-1-16,-13-2-6 0,10 0-2 15,4-1-4-15,5 2-8 0,12 5-31 16,-7 2 21-16</inkml:trace>
  <inkml:trace contextRef="#ctx0" brushRef="#br0" timeOffset="31016.94">25892 13303 860 0,'-8'-2'28'0,"-2"-1"1"15,5 2-27-15,-5 1-1 0,1 0 16 0,3 1 31 0,-2-1 40 0,4 0 27 16,-8 0-4-16,3 0-28 0,-5-1-33 16,-4 1-31-16,2 1-10 0,-11 4-4 15,-15 2-5-15,-9-2 2 0,-14 5 1 16,-13 1-3-16,-10-2 3 0,0 0-1 15,1-3-2-15,10-3 2 0,16 0 0 0,8-3-2 16,2 0 3-16,0-2 1 0,-1 2-4 16,-8 0 3-16,-9 0 0 0,-6 0-3 15,-6 0 1-15,-2-1 1 0,5-2-2 16,-1-2 0-16,-8 4 2 0,-5-7-3 16,-23 4 1-16,-5-1 2 0,16-2-3 15,13 1 2-15,26 1 1 0,14-4-2 16,3 6 1-16,0 2 3 0,-3-2-4 15,3 3 0-15,-9 3 2 0,-5-3-2 0,-4 1 0 16,-2-1 2-16,10 0-2 0,2-4 0 16,5-2 2-16,-1-2-2 15,-4-1 0-15,-8 0 2 0,-1-1-3 0,-4 1 1 16,0 3 3-16,5 1 0 0,13 1 4 16,3 1 4-16,9 1-4 0,4 1 0 15,-1 1-2-15,2 0-5 0,-4 0 0 16,-1 1 3-16,0-1-3 0,-3 2 0 15,2 1 2-15,-2 1-3 0,-6 5-15 16,4 3-128-16,7 2 98 0</inkml:trace>
  <inkml:trace contextRef="#ctx0" brushRef="#br0" timeOffset="31978.29">23047 13346 746 0,'-1'0'143'0,"1"3"145"0,-8-3-153 0,4 0-88 0,2 5-20 0,-5-4-11 16,-2 4-6-16,-8 1-7 0,-4 7 0 0,-4 1-1 16,1 7-2-16,-6 6 0 0,-8 10 0 15,-2 8-3-15,-2 11 2 0,-9 4 1 16,0 4-1-16,-6 2 2 0,-14 8 1 16,2 4-1-16,-4 6 4 0,1 6 1 15,7 5 3-15,-4 10 8 0,3 0 2 16,-10-3-3-16,-1-9-4 0,4-15-5 15,-7-6-6-15,11-6 1 0,6-4 3 0,6-4 2 16,14-4 9-16,4-4 6 16,6-11-1-16,13-8-3 0,5-7-6 0,9-9-7 15,3-6 1-15,3-9 10 0,-1 0 7 16,1-6 6-16,1-6 2 0,-1-10-12 16,5-16-8-16,4-14-4 0,1-13-4 15,4-1 0-15,-1 3 3 0,1 6-3 16,-1 14 1-16,4 4 1 0,-4 13-5 15,1 5 1-15,-4 8 1 0,-5 5-4 16,-4 7 1-16,-1 1 0 0,0 0-6 0,5 1 3 16,-2 7 2-16,-2 2-3 0,-1 10 5 15,-9 1 0-15,-1 7 0 0,-5 5 0 16,-5 2 1-16,-4-1-2 0,2 7 1 16,1 4 1-16,3 3-2 0,0 7 1 15,-2-1 1-15,7 0-2 0,-4-9 1 16,8-6 2-16,5-9-3 0,4-10 1 15,3-7 2-15,3-4-2 0,7-4 0 16,4-2 5-16,7-8-1 0,4-2 4 16,1-5 5-16,5-3-6 0,5-5-1 0,0-2 0 15,12-4-5-15,6 1 1 0,5 2 2 16,2 1-4-16,1 2 0 0,-10 1 4 16,-11 2-4-16,-5 1 0 0,-9 2 3 15,-6-4-3-15,-5 6 2 0,-2-4 1 16,-5-2-3-16,-6 0 2 0,-2 1 0 15,-4-1-4-15,-6 3 2 0,-3 5 4 16,-6-2-4-16,-4 4 3 0,-7 2-1 0,-4 2-4 16,-13 4 1-16,-4-3 1 0,-8 3-1 15,-14 3 1-15,4 1 1 0,4-2-2 16,5 1 1-16,8-3 2 0,6-5-3 16,-1-4 2-16,2-7-35 0,8-7-39 15,-1-10 42-15</inkml:trace>
  <inkml:trace contextRef="#ctx0" brushRef="#br0" timeOffset="32563.14">20865 16000 1248 0,'0'-4'155'0,"3"-1"267"0,-1 5-409 0,-2 0-18 0,0 5 0 0,9 8 1 0,-3 13-3 0,7 8 2 15,5 14 3-15,-6 3-3 0,2 3 3 16,-5 5 3-16,0-2-2 0,-6-2 1 15,6-8 1-15,-8-8-2 0,-1-8 1 16,5-4 2-16,-11-10-2 0,7-4 0 0,-1-5 3 16,0-4-57-16,12-1-363 0,-7-1 285 15</inkml:trace>
  <inkml:trace contextRef="#ctx0" brushRef="#br0" timeOffset="32798.11">21472 16465 1902 0,'-13'3'-23'0,"-4"3"-87"0,-4 8 3 16,-4-1 70-16,-7 5 23 0,-5 3 13 16,-8 0 5-16,-1-4 8 0,-5-2 1 15,-2-2 3-15,2 2-1 0,-7-4-8 16,7 4-3-16,3-2-1 0,-2-4-4 15,16 5 2-15,-2-10 0 16,1-1-12-16,7-3-22 0,10-3-43 0,4 2-109 16,11-11 107-16</inkml:trace>
  <inkml:trace contextRef="#ctx0" brushRef="#br0" timeOffset="33030.05">21231 15975 1766 0,'-34'-14'79'0,"4"5"51"0,-9 6-117 16,0 0-16-16,-5 3-6 16,1 5-20-16,1 10-24 0,-2 3-5 0,5 7 0 15,-3 2 19-15,-1 2 22 0,2-7 12 16,7-1 3-16,8-7 2 0,7-5 2 15,5 0-3-15,1-2-40 0,1-2 31 16</inkml:trace>
  <inkml:trace contextRef="#ctx0" brushRef="#br0" timeOffset="33469.11">21999 15940 1743 0,'-32'-9'31'15,"2"6"-47"-15,-3 8-38 0,3 13-9 16,-1 10 8-16,1 11 12 0,-2 8 29 15,-1 7 11-15,6 0 0 0,-1 1 4 16,7 7 3-16,7-7-1 0,4-2 4 16,2-2 1-16,5-11-3 0,3-1-1 15,12-6-1-15,2-7-3 0,2-8-1 0,14-6 6 16,-7-12 8-16,14-5 10 0,10-16 7 16,-2-13-8-16,15-19-10 0,-3-16-12 15,-6-15-6-15,-3-4 2 0,-9 7 5 16,-14 12 11-16,-4 16 15 0,-9 20 11 15,-10 12 17-15,-8 11 2 0,-9 1-9 16,0-2-9-16,-9 5-21 0,1-1-4 16,-2 1-7-16,-7 3-2 0,-1 0 0 15,2 1-4-15,2-2 1 0,5-1 0 0,3 1-2 16,0-1-2-16,5 5 0 0,-2 2-15 16,0 7-28-16,-6 3-24 0,1 9-39 15,7 6 52-15</inkml:trace>
  <inkml:trace contextRef="#ctx0" brushRef="#br0" timeOffset="33799">22642 15846 1667 0,'21'37'70'0,"-4"-1"-68"0,1 11 0 0,1 5 1 0,-4 4-1 0,-3 4 1 0,-3-6-3 0,5 0 1 0,-5-6 2 15,3-8-3-15,0-4 0 0,-3-9 4 16,-5-4-4-16,-2-11 2 0,-2-11 2 16,3 4-2-16,-3-7-13 0,-3-7-56 15,-6-12 43-15</inkml:trace>
  <inkml:trace contextRef="#ctx0" brushRef="#br0" timeOffset="34027.97">23068 15681 983 0,'0'6'91'0,"0"3"39"0,-6 4 8 15,-9 2-14-15,-7 0-30 0,-13 2-27 16,-16-4-17-16,-13-1-24 0,-23 0-11 15,-18-1-8-15,-18-1-7 0,-6-1 0 16,16 0 2-16,19 0-13 0,23 3-42 16,10 2 35-16</inkml:trace>
  <inkml:trace contextRef="#ctx0" brushRef="#br0" timeOffset="37857.01">25121 16937 1560 0,'-18'-19'37'0,"5"4"-25"0,-4 0-7 0,5 3-5 0,3 3 4 0,-1 1 8 0,-2 2 4 0,0 3 6 0,1 2 1 16,-4 1-10-16,-3 1-4 0,-4 7-3 16,-1 1-6-16,-10 3 2 0,-1 3 2 15,4 3-4-15,-6 1 2 0,7 1 2 16,-1-1-3-16,5-1 2 0,2 0 2 16,2 3-4-16,3 12 2 0,6 8-1 15,3 11-3-15,0 11 0 0,8 6 1 0,1-4-2 16,1-1 2-16,2-2 2 0,2-7-3 15,1-2 2-15,-2-7 3 0,5-4-1 16,-3-9 5-16,-4-7 4 0,5-11-2 16,-7-6 4-16,0-9 0 0,5 1-1 15,-4-5-1-15,8-5 0 0,-1-5-4 16,-4-5 0-16,-1-5 1 0,-3 0-3 16,0 1-1-16,0 5 3 0,0 5-1 15,-7 5 5-15,-1 1 4 0,4 2-2 0,-1 4 2 16,8-4 1-16,-1 2-7 0,-2-3-1 15,0 2-2-15,0-7-5 0,9 1 0 16,3-7 1-16,1-5-3 0,8-2 0 16,-3 1 0-16,3 5-3 0,-7 5-1 15,-7 7-8-15,2 6-14 0,-6 6-3 16,-1 3 3-16,1 4 7 0,-2 4 14 16,4 1-9-16,-1 3-59 0,8-3-133 15,9-5 120-15</inkml:trace>
  <inkml:trace contextRef="#ctx0" brushRef="#br0" timeOffset="38166.71">25406 17027 1709 0,'0'3'43'0,"0"6"-26"0,7 0-8 0,7 9-5 16,2 11 2-16,5 1-4 0,-3 4 1 0,0 10 1 0,2-5-4 16,-1 4 0-16,2 2 2 0,-3-3-3 15,-7 6 1-15,-1-3 1 0,-5 3-2 16,-1-4 2-16,1-10 2 0,-2 1-3 0,-3-14 1 15,0-3 3-15,0-11-4 0,0-7-25 16,-3 3 25-16,-2-13-9 0</inkml:trace>
  <inkml:trace contextRef="#ctx0" brushRef="#br0" timeOffset="38361.17">25791 16997 1799 0,'-19'-16'7'0,"1"-2"-93"16,-3 0 46-16</inkml:trace>
  <inkml:trace contextRef="#ctx0" brushRef="#br0" timeOffset="38446.61">25349 17099 1038 0,'-73'32'152'15,"22"-5"231"-15,3-3-331 0,13-11-47 16,5 1-4-16,-6-5 0 0</inkml:trace>
  <inkml:trace contextRef="#ctx0" brushRef="#br0" timeOffset="39351.82">25884 17035 1558 0,'0'0'61'0,"-1"0"8"0,1 0-54 0,-3-5-31 15,7 2-27-15,-1 2-15 0,-3-2-1 0,0-2 16 0,-16 2 25 16,-5 2 21-16,-5-2 25 0,-5 3 14 16,-4 4 15-16,-4 2 5 0,-3 3-7 15,-6 0-4-15,-4-3-8 0,8 2-14 16,5-1-9-16,5-2-8 0,1-4-9 15,2-1-1-15,-2 3 1 0,10-3-3 0,7-4 0 16,1 4 1-16,4-3-3 0,-7 3 1 16,6 3 1-16,-1 1-3 0,-2 2 2 15,0 2 1-15,1 1-2 0,-2 0 2 16,2-2 0-16,10-2-32 0,2-5 88 16,-8-5-51-16</inkml:trace>
  <inkml:trace contextRef="#ctx0" brushRef="#br0" timeOffset="40130.05">26238 17609 1211 0,'3'14'97'15,"2"-1"40"-15,-1 2-30 0,4-4-54 0,-2 2-17 0,6-1-13 0,-3 5-9 0,0-1-5 0,0 4-6 0,-2 4-1 0,1-6 1 16,-7 0-3-16,2-2 4 0,-1-4 8 16,-2 2 4-16,0-7 10 0,0-7 11 15,0 0 2-15,0 0 10 0,-2 2 4 16,2 1-2-16,0-9 0 0,-4 0-9 16,-4-12-14-16,-4-11-14 0,-6-11-18 15,-3-19-15-15,3-11-8 0,2-7 2 16,2 2 5-16,5 6 13 0,0 14 12 15,2 11 4-15,2 14 7 0,4 9 4 0,-2 0-2 16,3 3-2-16,0-6-3 0,0 0-8 16,4-4-3-16,5-7-2 0,3-1-7 15,2-3 1-15,8-3 1 0,8 5-4 16,5-1 4-16,-1 5 0 0,1 6-1 16,-2 7 2-16,-2 6 2 0,4 2-2 15,-7 8 2-15,-1 4 1 0,-9 0-2 16,2 4 3-16,-5 1 1 0,-3 2 1 15,1 2 1-15,-4 0 2 0,-6 1-2 16,2 5 0-16,-5-1 1 0,-3 2-4 0,3 2 2 16,-5 3 2-16,5 2-2 0,-4 4 3 15,-5-3 2-15,0-2-1 0,-5 2 6 16,-2 3 2-16,-7-1-3 0,-2 4 1 16,-13-5-3-16,-10-2-6 0,0-2-4 15,-12-8-11-15,3-4-31 0,-6 0-83 16,-10-4 76-16</inkml:trace>
  <inkml:trace contextRef="#ctx0" brushRef="#br0" timeOffset="58813.78">30424 7531 724 0,'-3'-1'164'0,"-2"-2"111"0,-8 3-77 0,-8-2-145 0,-9 2-32 0,-14 0-9 0,-10 0-6 0,-9 0-1 0,-1 9 0 0,-10-1-3 16,1 5 2-16,-4-4 0 0,-10 2-2 16,0 1 3-16,-7-5 1 0,2 2-4 15,5 2 3-15,8-4 0 0,10 2-2 16,8-1 0-16,-4-4 1 0,4-1-3 15,2-3 1-15,5 0 1 0,9-1-1 16,9-1 6-16,11 2 7 0,13-3 3 0,7 2 4 16,5 1 8-16,3 0-6 0,8 0-6 15,10 0-4-15,13 0-10 0,14 0 0 16,17 0 3-16,7 4-2 0,4-2 0 16,-1 1 0-16,8-3-3 0,11-3 2 15,9 1 1-15,10-5-4 0,-5 1 1 16,-9 1 0-16,-11-4-3 0,-1 3 0 15,-7 2 0-15,1 2-2 0,-5-5 3 16,-11 5 3-16,-11-1-3 0,-14 2 2 16,-11 1 0-16,-14 0-8 0,-14 0-8 0,-1 0-13 15,-13 0-3-15,-14-3-16 0,-27-5-121 16,-21 2 117-16</inkml:trace>
  <inkml:trace contextRef="#ctx0" brushRef="#br0" timeOffset="64372.44">2430 4543 1469 0,'-3'0'36'0,"3"-3"-28"0,0 3-5 0,0-1-3 0,0 1 1 0,3 1-1 0,-1-1 4 0,-2 0 1 15,0 0-3-15,0 0 0 0,0 5 2 16,-2 5-3-16,-1 5 1 0,-1 9 3 16,-5 3-5-16,-3 10 2 0,-2 2 1 15,-2 5-3-15,5-8 1 0,1-2 3 0,1-5-4 16,4-4 1-16,1-5 2 0,4-5-3 15,0-2 2-15,0-4 2 0,0 0 0 16,3-4 5-16,-2-5 4 0,4 3-3 16,5-3 6-16,8-5 3 0,8-7-3 15,10-10 2-15,16-8-1 0,11-18-8 16,12-17 0-16,27-16 0 0,8-16-6 16,10-12 0-16,7 1 0 0,-13 1-3 15,10 7 0-15,14 7-7 0,-7 4-47 16,-4 11 36-16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09:58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30796 9466 1513 0,'-9'-3'40'0,"3"1"-28"0,-3 4-4 16,9 17-2-16,4 13 1 15,10 29 6-15,-4 14 0 0,10 8-3 16,-2-1-4-16,3-16-2 16,-3-10 0-16,-9-23 5 15,4-11 4-15,-8-14 15 16,2-8 8-16,1-12 1 15,-2-15-3-15,15-33-14 16,1-24-7-16,7-20-8 16,-4 7 1-16,-10 25-2 15,2 25-2-15,-8 32-2 16,3 8 0-16,-3 7-1 16,4 3-1-16,1 1 1 0,1 7-1 15,-2 1 2-15,1 6 0 0,-1 6 0 16,1 3 4-16,-2 4-4 0,-3 2 2 15,0-3 2-15,-5-4-4 0,4-5 3 16,-4-8 0-16,4-4-3 0,-7-7 1 16,4-2 2-16,-1 0-3 0,-4-6 2 15,8-6 5-15,-1-6-5 0,4-12 2 16,1-8 0-16,1-11-3 0,1-2 1 0,1-2 1 16,-2 2-3-16,-2 14 1 15,1 10 0-15,-5 9-2 0,-1 7-13 0,3 8-49 16,-9 3-114-16,5 6 104 0</inkml:trace>
  <inkml:trace contextRef="#ctx0" brushRef="#br0" timeOffset="285.27">31408 9788 1443 0,'0'-3'65'0,"4"2"12"0,-1-2-19 0,6-2-22 0,5-4-10 16,11-9-11-16,2-3-6 16,-3-3-3-16,-6 2-2 15,-14 4 0-15,1 4 1 16,-10 4 22-16,1 4 9 16,-4 6 2-16,2 1 2 15,-6 14-23-15,-1 8-8 0,0 19-6 16,1 1-2-16,7 7-1 15,8-1 0-15,6-10 0 16,2-9-1-16,8-7 0 16,-1-11-2-16,18-20-62 15,9-14 48-15</inkml:trace>
  <inkml:trace contextRef="#ctx0" brushRef="#br0" timeOffset="483.31">31794 9230 1865 0,'-7'-6'60'0,"2"2"-5"0,5 4-51 0,8 13-8 15,5 14-2-15,14 36 3 16,2 11 1-16,-2 16 2 16,1 4 1-16,-8-11-1 15,4-13-8-15,-3-28-102 16,-2-16 77-16</inkml:trace>
  <inkml:trace contextRef="#ctx0" brushRef="#br0" timeOffset="629.41">32145 9344 1668 0,'-31'14'48'0,"-7"7"-24"0,-20 6-2 15,-5 3 0-15,-12-8-4 16,0-5-6-16,13-10-46 15,7-5 39-15,20 7-16 16</inkml:trace>
  <inkml:trace contextRef="#ctx0" brushRef="#br0" timeOffset="971.81">31530 10556 1563 0,'-62'36'39'0,"9"7"-21"0,-4 7-2 15,20 7-4-15,16 3 0 16,16-5-5-16,10-2-4 15,25-5-3-15,9-6-5 16,13-12 1-16,-2-5 4 16,-10-7 7-16,-10-4 5 15,-21-1 10-15,-6 1 6 16,-15 5 6-16,-9-1-1 0,-13 3-12 16,-10-1-9-16,5-10-28 15,0-8-61-15,12-14 48 16</inkml:trace>
  <inkml:trace contextRef="#ctx0" brushRef="#br0" timeOffset="1206.58">31770 10754 1839 0,'0'0'10'0,"0"1"-2"0,2 2 3 15,-1 2-7-15,4 10-6 0,4 10 0 16,7 17 0-16,2 0 2 15,-1-7-1-15,-5-8 0 16,-11-15 13-16,-5-6 14 16,-17 1 18-16,-5-7 9 15,-10 0 0-15,-3-9-14 16,5-15-28-16,4-3-19 16,13-21-56-16,17-4-47 15,26-13 63-15</inkml:trace>
  <inkml:trace contextRef="#ctx0" brushRef="#br0" timeOffset="1394.25">32058 10530 2076 0,'-4'0'54'16,"-1"2"-28"-16,1 5-24 0,4 19-7 15,1 5-1-15,7 20 1 16,5 5 1-16,7-1-5 15,-5-10-8-15,-3-21-35 16,-11-22-38-16,2 1 46 16</inkml:trace>
  <inkml:trace contextRef="#ctx0" brushRef="#br0" timeOffset="1551.15">31959 10185 2114 0,'0'0'0'0,"-4"2"1"0,2-2-1 0,-1 3-5 0,3-2-81 16,8 10-26-16,14 13 52 15</inkml:trace>
  <inkml:trace contextRef="#ctx0" brushRef="#br0" timeOffset="1749.88">32135 10229 2016 0,'-8'-9'56'0,"8"1"-27"16,5 16-26-16,8 10-6 16,16 28-2-16,1 19 1 15,6 19 4-15,-3 0 0 16,-11-11 1-16,-1-16 1 16,-3-25 319-16,-6-22-235 15</inkml:trace>
  <inkml:trace contextRef="#ctx0" brushRef="#br0" timeOffset="2568.69">30313 4966 1400 0,'-9'-8'88'0,"4"7"84"0,1 5-151 0,2 26-15 0,4 17-2 0,7 31-1 15,10 21 1-15,13 21 0 16,5-2 2-16,2-20 6 16,-3-20 2-16,-7-42 3 15,-10-15 3-15,2-27-4 16,2-18-2-16,11-42-4 16,11-27-4-16,-4-35-2 15,-7-8-2-15,-20 5 1 16,-7 7 0-16,-19 29-1 15,-6 8 0-15,-4 36 6 16,-7 18 0-16,-2 20 3 16,-2 11 1-16,6 4-7 0,4 1-2 15,7 1 0-15,2 1-3 0,2-1 0 16,0 1 1-16,3 7-23 0,3 7-40 16,3 14-10-16,3 11 24 0</inkml:trace>
  <inkml:trace contextRef="#ctx0" brushRef="#br0" timeOffset="2864.56">30847 4895 1733 0,'0'6'37'0,"0"12"-35"16,12 20-2-16,4 5-2 15,16 16 1-15,5-1-1 0,-5-8 2 16,-1-2 0-16,-14-17 2 15,-4-7 3-15,-8-10 11 16,-5-14 19-16,0 0 26 16,-9-8 1-16,-5-17-13 15,-2-14-18-15,1-23-30 16,7-7-1-16,8-3-3 16,9 11-1-16,12 17-40 15,2 14-48-15,16 21 53 16</inkml:trace>
  <inkml:trace contextRef="#ctx0" brushRef="#br0" timeOffset="3238.25">31289 4831 1697 0,'0'1'47'16,"-3"8"-9"-16,3 15-37 15,0 8-1-15,3 7 0 16,6-2-2-16,6-10 1 15,-3-6 1-15,5-15 5 16,-1 0 4-16,-5-13 2 0,-2-7 1 16,-2-20-2-16,-5-14-3 15,-2-12-3-15,0 0-1 16,3 21-1-16,-3 13-2 16,3 26-3-16,3 5-1 15,12 16-2-15,-2 9 1 0,7 18 2 16,1 3 1-16,-7-2 2 15,0 1 0-15,-4-11 0 16,-8-5-2-16,-1-2 2 0,1 2-1 16,-5 4 2-16,3-2 2 0,-11 1-3 15,-5-1 2-15,-8 6 2 0,-4-3-3 16,2-3 5-16,-4-6 2 0,-1-10-1 16,7-10 2-16,3-7 1 0,1-7-10 15,4-16-41-15,-4-8 246 0,-2-22-167 16</inkml:trace>
  <inkml:trace contextRef="#ctx0" brushRef="#br0" timeOffset="5523.19">28644 11055 1338 0,'-9'-3'100'0,"0"-1"134"0,-3-4-222 0,1 2-8 0,-5-4-1 0,-10-1-2 15,-4-2 2-15,-18-4 0 16,-7 4 0-16,-16 8 2 15,-5 10 1-15,4 16-1 16,-2 10 0-16,22 16-2 16,8 7-2-16,10 15-1 15,4 10 0-15,13 10 0 16,4 3 1-16,16 7 0 16,7-3 0-16,16-6 1 15,4-12 2-15,30-21-1 16,6-12 5-16,22-22 2 15,7-14 0-15,-11-9 1 0,1-14 3 16,-20-2-6-16,-4-10 5 0,-5-5 1 0,-8-7-3 16,-6-7 5-16,-3-6 3 0,4-4 0 15,-4-8 5-15,-4 0 5 0,-10-6-1 16,-11-3 0-16,-10-3-3 0,-8-4-6 16,-14-4 1-16,-8 4 2 0,-10 4-2 15,-6 4-1-15,0 8-2 0,-1 9-5 16,8 5 0-16,-8 14-2 0,-5 16-6 15,-8 7-3-15,-13 21-3 0,-4 24-9 0,-13 24-20 16,-1 28-64-16,-9 32 57 0</inkml:trace>
  <inkml:trace contextRef="#ctx0" brushRef="#br0" timeOffset="13433.95">32153 9008 1116 0,'-35'-19'47'0,"-11"4"15"0,-8-3-49 0,-23 7-7 0,-22 2-3 0,-21 3-1 15,-13 0 0-15,-9 0-1 16,-2-1 0-16,-14 10-1 15,2 7 3-15,2 19 10 16,7 8 5-16,13 25 1 16,-4 8 2-16,20 37-7 15,7 22-3-15,40 25-2 16,32 7-6-16,45 17-9 16,24 11-2-16,56 1-1 15,19 7 4-15,28 1 7 16,10-12 2-16,2-6-2 15,7-9-2-15,-19-48-3 0,2-15 4 16,-16-38 8-16,-5-12-1 0,13-17 5 0,12-13-2 16,8-19 4-16,0-18 10 0,-1-21 7 15,-1-22 5-15,2-23 4 0,-3-13 2 16,-3-16-9-16,-16-11-7 0,-11-19-9 16,-2-17-11-16,-14-16-1 0,-7-10-1 15,-22-4-3-15,-16-1 7 0,-19 10 9 16,-23 7 0-16,-14 11 14 0,-14 8 6 15,-22 11-10-15,-9 11 0 0,-21 17-9 0,-12 14-16 16,-7 8 0-16,-14-2 0 0,-6 1-6 16,-9 4 2-16,-21 9 1 0,-12 19-5 15,-9 24 2-15,-6 24 2 0,-15 28-4 16,-12 41 2-16,-18 40-50 0,-18 28 36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0:31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25806 12694 1460 0,'-18'-25'40'0,"6"-2"-26"0,-1 7-9 0,-1-1 2 16,2 2-7-16,2-1 3 0,-1 5 0 16,5 3-2-16,-6 3 2 0,-4 5 1 15,-8-1-3-15,-11 5 1 0,-10 5 1 16,-7 4-3-16,-13 4 0 0,-8 8 1 16,-17 5-1-16,-9-1 0 0,-1 4 2 15,-4 1-2-15,14 3 4 0,5-3 2 16,14 1-3-16,11 6 1 0,9 11 0 15,2 17-5-15,14 16 0 0,14 9 1 16,5 7-2-16,19 1 2 0,7 5 1 0,19 5-1 16,16 2 0-16,18-4 4 15,6-19-2-15,10-18 2 0,10-21 2 0,7-19-4 16,7-13 2-16,14-16 2 0,12-16-3 16,9-14 1-16,4-5 1 0,-5-7-5 15,2-3 2-15,-10-10 1 0,2-5-4 16,-11-2 2-16,-17-5 1 0,-20 5-2 15,-16-1 1-15,-19-3 2 0,-16 2 2 16,-13-10 14-16,-13-4 10 0,-12-10 8 16,-18-8-2-16,-19-3-7 0,-26 0-9 0,-14 8-8 15,-20 8-1-15,-23 10-7 0,-15 8-1 16,-6 10 0-16,-12 8-2 0,12 17 0 16,-8 14 0-16,-9 13-5 0,18 13-61 15,-2 16 47-15</inkml:trace>
  <inkml:trace contextRef="#ctx0" brushRef="#br0" timeOffset="901.28">8840 12595 1452 0,'-27'-34'35'0,"-8"11"-28"0,-2 11-1 0,2 9-4 0,-4 6 1 0,0 6-3 16,-9 3 1-16,-13 3 1 0,-13 5-2 15,-7-1 1-15,-6 1 1 0,-1 2-2 16,-5 4 1-16,-5-1 2 0,-5 2-3 16,-11 6 1-16,7 3 2 0,1 10-3 15,14 7 0-15,14 8 1 0,6 8-3 16,14 5 1-16,7 5 1 0,12 4-3 15,9-2 2-15,18 10 1 0,8 10-4 16,12 2 3-16,12 4 1 0,8-11-2 16,7-15 3-16,14-15 0 0,4-12-3 0,4-9-1 15,12-8-1-15,9-7 0 0,28-12 2 16,7-11 6-16,16-10 4 0,4-10 3 16,-8-13 4-16,10-5-6 0,6-14-2 15,-3-4-1-15,0-11-5 0,-21-8 1 16,-3-5 2-16,1-14-4 0,-7-5 3 15,-6 2 1-15,-20 0-3 0,-20 8 2 16,-14 4 3-16,-8 1 1 0,-16 2 10 16,-12-4 12-16,-12 4 4 0,-13 3 2 0,-16 10-7 15,-11 5-12-15,-17 8-6 0,-20 9-3 16,-25 5-3-16,-14 5 1 0,-9 5 0 16,-7 7-4-16,0 4 1 0,-7 8 2 15,1 8-4-15,4 7 0 0,10 4 0 16,13 8-1-16,-2 15-6 0,1 12-51 15,-8 16 39-15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1:02.8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1-22T07:11:16.016"/>
    </inkml:context>
  </inkml:definitions>
  <inkml:trace contextRef="#ctx0" brushRef="#br0">9394 14181 670 0,'0'-3'147'0,"0"2"159"0,2-4-132 0,5-7-111 0,2-1-25 0,12-13-35 15,6 1-6-15,8-2-2 16,4 6 5-16,7 0 3 16,14 0 3-16,17-1-3 15,14-1-1-15,10-5 0 16,1-2-1-16,-8 3 2 16,-14-3 1-16,-13 7 1 15,-7 7 0-15,-19 4-5 16,-7 10-5-16,-10 2-1 15,-13 0 0-15,-8 0 7 16,-2 0 7-16,-1 0 6 16,0 0 1-16,0 0-2 0,-4-4 0 15,-1-2-9-15,-11-5-1 0,5-2 0 16,-5-4-3-16,-2-4 2 0,-2 3 0 0,-4 0-2 16,0 2 1-16,9 2 2 0,0 2-3 15,9 8 0-15,3 1 3 0,2 3-4 16,-2 0 1-16,3 0 1 0,0 0-2 15,0 0 2-15,4-2 3 0,1-2-1 16,4-1 2-16,1-2-1 0,5-1-4 16,6 4 1-16,2-2 0 0,-4 1-2 15,1 1 0-15,5 4 1 0,5 0-1 16,0 4 1-16,5-2 0 0,-10 2-1 16,-4-1 1-16,-3 0 0 0,-6 0 0 0,-7 0 0 15,-1 0 0-15,-4-3 0 0,0 0 1 16,0 0 1-16,-3 0-2 0,3 2 0 15,-1 7 1-15,-7 0-2 0,4 6 1 16,-10 0 0-16,-2 6-3 0,2 6 2 16,-4 4 1-16,2 7-2 0,-1 2 1 15,2 1 1-15,0-2-1 0,2-2 1 16,4-7 1-16,4-7-2 0,-7-7 1 0,6-5 1 16,2-7-1-16,4-2 2 0,0-2 7 15,1 0 6-15,-1 0 6 0,5-3 1 16,-5-6-6-16,-9-5-5 0,0-7-4 15,1-9-2-15,2-4-1 0,-1-10 2 16,2-2-5-16,1-1 1 0,4 7 2 16,0 5-4-16,0 2 3 0,0 8-1 15,-2 1-2-15,2 4 0 0,-3 5 2 16,3 3-3-16,3 9-1 0,-3 3 0 0,0 0-3 16,0 0 2-16,2 11 2 0,1 2-3 15,-2 2 3-15,4 9 1 0,-2 2-2 16,-2-1 2-16,-1 1 0 0,0-4-1 15,-4-4 1-15,-1-1 1 0,4-8-1 16,1-3 0-16,0-5 2 0,-5 4-2 16,5-5 2-16,0 0 2 0,0 0-14 15,5-5-150-15,-5-7 113 0</inkml:trace>
  <inkml:trace contextRef="#ctx0" brushRef="#br0" timeOffset="5671.52">26034 17630 1038 0,'0'0'113'0,"5"0"158"0,-5 0-236 0,-5 0-33 0,5 0-1 0,-3 0 3 0,6 0-4 16,0 0 0-16,-6 0 3 0,3 0-3 15,0 0 2-15,0 2 3 0,0-2-1 16,-1 0 6-16,1 0 10 0,0 0 5 16,4 0 6-16,-4 0 5 0,0 0-4 15,-3-2-4-15,-1 2-5 0,7 0-12 16,-3 0-4-16,1-3-3 0,4 3-4 15,-7 0 2-15,2 0 3 0,6-1-4 16,-6 1 3-16,0 0 0 0,0-3-2 0,0 1 1 16,-4-2 1-16,4-1-2 15,0-5 3-15,-5-1 2 0,5-5-4 0,0-1 0 16,0-5 1-16,9-1-4 0,5-7 0 16,11-4 1-16,10-8-1 0,4-6 4 15,4-3 2-15,7-6-3 0,-2-3-1 16,4-2 2-16,4-7-3 0,-4 2 1 15,1 1 3-15,1-2-5 0,-5 3 1 16,11-4 3-16,9-5-3 0,8 2 2 16,5-6 3-16,-5-4-5 0,7-1 1 0,1-2 1 15,7 4-3-15,11 7 0 0,8 5 1 16,1 8-2-16,-4 5 1 0,-9 8 1 16,-16 6-2-16,-14 8 1 0,0 4 1 15,-15 4-1-15,-9 4 0 0,-2 8 2 16,-14-2-2-16,-7 2 1 0,-4 5 3 15,-10-3-3-15,1 3 4 0,-5 0 2 0,-4-3-3 16,0-1 1-16,-4-5 0 0,-5 1-6 16,-3-4 0-16,1 3-1 0,-1 0 0 15,-4 3 2-15,-2 2 3 0,-3 4-2 16,-5 0 0-16,8 5 0 0,-3-1-1 16,-9 2-1-16,12 2 1 0,-7 1-1 15,7-3 1-15,10 3 1 0,-2-2-1 16,5 2 0-16,2-3 4 0,3 3-2 15,0-1 1-15,0-2-1 0,9 0-3 16,3-3-1-16,2-3 2 0,14-5-1 16,1 2 2-16,22-6 2 0,1 2-2 15,4 2 2-15,-1-1-1 0,-11 5-2 0,-5 5 0 16,-14 1 0-16,-7 4-5 0,-9 0-1 16,-9 0-4-16,0 0-3 0,0 4 2 15,-4-2 3-15,-1 5 2 0,-4 1 4 16,-4 2 2-16,-5 7-2 0,-6-1 2 15,1 7 0-15,2 2-1 0,0 5 0 16,6 0 1-16,-1 4-2 0,2 7 1 0,2 2 2 16,3 2-2-16,2-1 1 0,-2-8 3 15,0-8-4-15,0-5 1 0,4-7 2 16,2-7-2-16,2 0 0 0,-2-4 2 16,-2-2-2-16,1-2 2 0,-1-2 3 15,-4-2-3-15,-7-2 2 0,1-8 1 16,0 1-3-16,1-5 3 0,5-2 6 15,5 2 0-15,-5-1 3 0,6 2 2 16,-6-2-7-16,-2-3-1 0,10 3-2 16,-5 1-5-16,6 1 1 0,1 2 0 0,-5-2-3 15,-2 2 1-15,3 2 0 0,-6 2-5 16,9 2-5-16,-2 4-21 0,2 4-48 16,-3-3 47-16</inkml:trace>
  <inkml:trace contextRef="#ctx0" brushRef="#br0" timeOffset="7117.2">29761 15867 1587 0,'-9'-5'36'0,"4"1"-30"0,4 4-4 0,-2 0-6 0,3 0 1 0,0 0 2 0,0-5-2 0,-2 5 3 16,-1 0 1-16,-6 2-1 0,-7 5 1 15,-10 4 1-15,-13 8-3 0,-13 8 0 16,-13 11 1-16,4 5-1 0,-6 7 0 16,7 4 1-16,7-2-1 0,1-1 1 15,5-1 0-15,4 4-1 0,1-2 1 0,-3 8 0 16,-8 0-1-16,-2 0 1 0,-5 3 1 16,0 0-2-16,0 6 1 0,0 2 2 15,-6 2-3-15,-12 3 1 0,1-2 3 16,8-10-4-16,8-8 1 0,14-20 2 15,17-12-2-15,8-14 2 0,13-7 3 16,6-3 0-16,3 0 16 0,-2-4 4 16,2-10-6-16,6-5-3 0,2-13-9 15,5-7-7-15,5 0 8 0,0 0 4 16,-1 2-5-16,-1 10 0 0,-4 1 0 0,-6 8-6 16,-3 0 2-16,-1 3 1 0,-2 2-4 15,0 1 3-15,0 3 2 0,0 0-3 16,0 3 2-16,-5 3 1 0,5 3-2 15,0 0 1-15,-9 4 1 0,2 4-5 16,-7 5 0-16,-7 10 0 0,-1 7-2 16,-5 7 2-16,1 4 0 0,4 1-1 0,-7-3 1 15,7 0 2-15,1-2-3 16,-2-5 1-16,10-5 2 0,7-3-3 0,1-11 1 16,5-4 1-16,0-6-4 0,5 6 2 15,7-4-1-15,9 1 0 0,10-2 2 16,8-2 4-16,17-5-1 0,-4-9 3 15,7-6 3-15,2-3-6 0,-5-6 1 16,1-3 0-16,-6-3-4 0,-3 1 1 16,-9 1 2-16,-9 5-6 0,0 7-2 15,-12 4-7-15,-8 4-14 0,-4 5-3 16,-6 3 1-16,-4 2 3 0,8-2 6 0,-4-2 10 16,-4-1 1-16,-8-3 7 0,-11 2 9 15,5-2-2-15,-7 1 3 0,4 2 2 16,-5 2-5-16,-4 1 1 0,-1-2 0 15,-2 5-7-15,-2 0 2 0,4 0-1 16,-4 5-14-16,1-2 12 0,-1-2-3 16</inkml:trace>
  <inkml:trace contextRef="#ctx1" brushRef="#br0">28803 15449 0</inkml:trace>
  <inkml:trace contextRef="#ctx0" brushRef="#br0" timeOffset="13641.82">18274 5767 1183 0,'-14'-17'74'15,"5"4"32"-15,2 4-50 0,1 4-18 0,3 5-23 0,3 6-9 16,0 15-14-16,0 12-2 16,-6 26 2-16,-2 13 1 15,1 4 10-15,-7 2 0 16,10-20 4-16,-5-13 4 16,9-22 28-16,0-22 12 15,4 10 11-15,5-19 4 16,17-14-23-16,8-16-11 15,53-37-11-15,21-24-6 0,30-28-6 16,12-8-2-16,15 2-4 16,-6 8-1-16,-27 38-2 15,-9 14 0-15,-42 26 0 0,-3 8-12 16,4 5-100-16,-1 1 78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4:37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10162 10596 191 0,'-12'-1'44'0,"6"1"57"0,-1-3 11 0,2 1 35 0,5-1 49 0,-1 2 10 0,1-2-17 16,0 1-52-16,1-4-64 0,4 0-40 16,4-1-22-16,4 1-4 0,2-3-1 15,5-3-4-15,5 0 1 0,8-2 0 16,2 1-3-16,5-1 1 0,7-2 1 15,5 2-2-15,8-2 0 0,0-1 2 16,2 1-2-16,-2-2 0 0,-2 0 2 16,-5 0-3-16,-2 1 1 0,-6 4 0 15,-2 1-1-15,-5 6 1 0,-7 3 0 16,-1 3 0-16,-1-5 0 0,-4 7 1 0,-2-2-5 16,-7 3 3-16,-5 0 3 0,-8-3-2 15,-2 0 3-15,-1 4 4 0,-9-7-3 16,-4-1 5-16,-5-4 0 0,-3 2-5 15,0-7-1-15,-2 1 1 0,-5-6-4 16,4 1 2-16,-2 1 2 0,7-2-3 16,5 4 4-16,4 5 2 0,2-3 0 15,4 9 3-15,-1-3 2 0,5-1-5 0,2 5 0 16,2-5-2-16,4 2-4 0,1-4 0 16,3 0 1-16,1 0-3 0,8-1 1 15,2-1 1-15,2 2-1 0,5-1 0 16,0 4 0-16,5 1-1 0,1 5 0 15,1 6 1-15,5 5-4 0,-6 4 1 16,-2 4 3-16,-4 4-2 0,-7 2 2 16,-4-2 4-16,-5 2-5 0,-5-4 1 15,-9-6 2-15,0 2-2 0,-5-4 2 0,-7 2 2 16,-1 0-2-16,-8 0 1 0,-2-1 1 16,-7 4-4-16,3 0 1 0,-1 1 2 15,-3 4-4-15,2-2 1 0,-2-2 2 16,-4 2-2-16,7-1 0 0,4-5 3 15,-2-2-3-15,10-1 0 0,-1-4 2 16,4-2-2-16,8-3 0 0,2-3 1 16,6 0 0-16,-3 0-1 0,0 0 4 15,3-3-4-15</inkml:trace>
  <inkml:trace contextRef="#ctx0" brushRef="#br0" timeOffset="4226.89">10218 11316 543 0,'-17'0'26'0,"5"0"4"0,3 3-13 0,5-3-2 0,4 0 37 16,0 0 93-16,0 0 18 16,3-3 7-16,3-1-32 15,6-7-92-15,6-4-16 0,16-3-14 16,5-3-6-16,21-1-4 15,12-5-1 1,6-2-2-16,5 2 0 0,-5-3 0 16,-9 0 0-16,-6 2 0 15,-6-1 1-15,-17 4-1 16,1 4-1-16,-17 7-2 16,-5 5 0-16,-8 6-1 15,-2 3 0-15,-9 0-1 0,0 0 6 16,0 0 3-16,0 0-2 0,0 2 5 15,-5-2-2-15,5 0-3 0,-4-3 2 16,-1 0 0-16,-4 0-5 0,-4 1 2 16,-1-2 1-16,-2 1-4 0,-2-3 2 15,-2-3 1-15,-2 6-4 0,1-5 2 16,3 2 2-16,4-1-4 0,2 1 2 16,3 1 1-16,5 1-3 0,1 1 2 15,3 3 4-15,0 0-4 0,3-3 1 0,4 1 0 16,-1 2-3-16,3-4 0 0,6-1 3 15,-1-4-3-15,4 0 0 0,3 2 3 16,0-5-3-16,-2 3 1 0,2 0 2 16,5 0-3-16,-1 4 0 0,-2 2 0 15,2 3 0-15,-4 5-1 0,-4 4 1 16,-2 0-3-16,0 6 2 0,-6 0 1 16,0 4-1-16,-12 2 0 0,-3 3 2 15,-6 5-1-15,-6-4 2 0,1 2 3 16,1 0-4-16,-2-3 1 0,-3-1 2 0,0-7-4 15,-3 1 2-15,0-2 1 0,-3 0-14 16,1 3-243-16,-8-6 180 0</inkml:trace>
  <inkml:trace contextRef="#ctx0" brushRef="#br0" timeOffset="7486.82">13544 11742 863 0,'-5'-69'79'0,"1"66"-16"0,-1-68-10 0,17 226-81 16,-3-140 58-16,0 4-4 0,5-5-6 16,2 2 5-16,2-2 7 0,2-5 0 15,-1-2 2-15,5 2-3 0,3-3-8 16,-1-3-7-16,4-3 1 0,-3-3-3 15,3-3 0-15,3-6-1 0,6 0-5 16,0-3-3-16,4 3 1 0,5-6-4 0,-4 3 2 16,2 5 1-16,-7-7-4 15,-6 8 2-15,-4 5 1 0,-4 1-5 0,-5 6 1 16,-5 1 0-16,1 5-4 0,-2 3 2 16,4-3 3-16,-2 3 0 0,1-3 4 15,-4 0 2-15,1 0-2 0,1-4-2 16,-5-2 1-16,4-3-4 0,-2 0 2 15,1-3 2-15,8-2-3 0,2-4 5 16,5 5 0-16,-1-1-4 0,3 1 1 16,5 4-6-16,4 4-33 0,9 1-88 0,3 4 77 15</inkml:trace>
  <inkml:trace contextRef="#ctx0" brushRef="#br0" timeOffset="8298.32">15909 11734 915 0,'-17'-15'34'0,"182"114"72"16,-118-93-68-16,-4-3-5 15,5-3 6-15,-4-4-1 0,-1-5-10 16,-5 1-7-16,-4-5-13 0,5 2-4 15,-4 2-1-15,-1 0 0 0,-4 3-3 16,-3 2 0-16,-1 1 1 0,-2 3-2 16,0-2 0-16,1 2 1 0,-1 5-2 15,-1-1 2-15,-10-2 0 0,4 1 0 0,-4-3 3 16,-1 0 1-16,6-3-2 0,0 1 1 16,-1 2 0-16,1-4-3 0,6 4-3 15,3 0 0-15,6 0-4 0,3 1 1 16,3 2 2-16,-2-1-1 15,-1 5 2-15,3-1 2 0,-6-3-1 0,-1 2 4 16,-7-2 6-16,-2-3 7 0,-2 1 7 16,0-2 6-16,6-5-3 0,1 1-8 15,-1-1-3-15,3-3-9 0,0 0-1 16,-3 2-1-16,6-2-3 0,-2 4 0 16,4 2 1-16,4 2-2 0,7 1-3 0,2 4-32 15,-1 2 24-15</inkml:trace>
  <inkml:trace contextRef="#ctx0" brushRef="#br0" timeOffset="20047.89">27422 8500 1359 0,'-38'2'33'0,"13"-2"-24"0,4 3-3 0,12 0-1 16,4 0 0-16,8 7 4 16,3 4 5-16,20 11 11 0,8 10 3 15,30 4 2-15,10 1-3 16,8-7-11-16,2-3-1 15,3-21-5-15,0-14-3 16,12-25-1-16,12-8-2 16,3-19-2-16,3 1-1 15,-10 17 0-15,-7 15-1 16,-14 29-2-16,-8 16 0 0,-5 22 0 16,-4 4 2-16,0 4 1 15,-4-8 1-15,-19-9-1 16,-7-8 3-16,-9-13-3 0,-3-7 3 15,3-7 0-15,-1-4-2 0,1-4 1 16,-5-10 2-16,4 1-4 0,5-5 2 16,1 1 1-16,5-2-4 0,-1 8 1 15,6 5 1-15,-2 7-3 0,11 8 1 16,8 4 2-16,5 2-2 0,7 7 0 0,4 0 1 16,-3 0-2-16,9-4 0 0,9-1 2 15,15-12-2-15,19 0-1 0,4-16-20 16,1-7-64-16,-14-9 55 0</inkml:trace>
  <inkml:trace contextRef="#ctx0" brushRef="#br0" timeOffset="20704.32">25303 8656 553 0,'-14'33'112'0,"1"1"67"0,5-11 3 0,2-10 2 16,12-10-46-16,15-12-24 0,38-25-49 15,23-12-29-15,47-37-20 16,19-14-2-16,58-4 124 15,14-1-101-15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5:18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21415 9739 728 0,'-12'7'83'0,"0"1"31"0,3-4-12 0,5-2-27 0,4 1-24 15,0-3-6-15,0 0 2 16,4 4 7-16,4 2 14 15,4 3 0-15,10 3-11 16,5 0-12-16,21-3-24 16,6-1-6-16,26-4-3 15,19-4-2-15,16-4 1 16,7-4 0-16,-2-1-14 16,-8 5 5-16</inkml:trace>
  <inkml:trace contextRef="#ctx0" brushRef="#br0" timeOffset="621.29">17501 11193 1255 0,'-4'0'60'0,"-4"0"10"0,-1-1 0 0,5-1-19 0,-1-1-13 0,10 2-27 15,4 1-3-15,25 10-8 16,8 5 2-16,27 11 6 16,5 2-3-16,17 10-3 15,8 1-2-15,21-2 1 16,27-7 8-16,20-26-6 16</inkml:trace>
  <inkml:trace contextRef="#ctx0" brushRef="#br0" timeOffset="1271.58">23491 12715 1349 0,'-9'-7'56'0,"4"-2"-11"0,5 4-15 0,9 7-31 16,9 1-1-16,27 1 10 16,14 1 8-16,44-5 4 15,26-5-2-15,29-13-8 16,11-3-1-16,25-3 31 15,-8 0-28-15</inkml:trace>
  <inkml:trace contextRef="#ctx0" brushRef="#br0" timeOffset="3633.54">15487 15368 1269 0,'-3'18'31'0,"-1"6"-22"0,-1 6-3 0,4 1-3 0,-11-1 4 16,10-8 19-16,-1-2 16 15,11-10 24-15,5-2 1 16,19-17-3-16,17-8-9 16,35-38-18-16,32-20-5 15,64-48-16-15,37-19-10 16,59-28-6-16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5:52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17888 12857 805 0,'0'0'78'0,"-3"0"55"0,3 2-80 0,-1 5-24 0,-2 10-15 16,-3 5-1-16,-6 10 1 16,0 5 2-16,3-7-1 15,1-3 4-15,11-6 3 16,0-9 3-16,2-7 12 15,1-4 3-15,7-5 9 16,13-7 7-16,22-19-8 16,7-12-7-16,40-25-15 15,17-8-13-15,22-12-4 16,7-1 0-16,-3 5-6 16</inkml:trace>
  <inkml:trace contextRef="#ctx0" brushRef="#br0" timeOffset="1681.82">10288 14118 1237 0,'-9'-1'31'0,"0"-3"-20"0,6 4-2 0,2 0 0 0,1 1 0 0,0 8 4 16,3 3 0-16,7 12 2 15,2 3-2-15,6 0-2 16,0-3 0-16,-3-9 2 16,-4-6-1-16,2-9 12 15,4-2 1-15,8-19-1 16,14-4 2-16,12-11-11 15,6-3-2-15,8 6-2 16,-8 11-2-16,-8 17-5 16,-5 10-2-16,-8 11 2 15,-2 2-1-15,-4-2 1 16,-6 2 1-16,-9-10-3 0,-6 1 2 16,-1-8-3-16,-4-1 2 0,4 3 0 15,1-3-2-15,1 0 2 0,2 0 0 0,2 0-2 16,7 0 0-16,1 5 2 0,8-1-22 15,3 1-336-15,6 1 251 0</inkml:trace>
  <inkml:trace contextRef="#ctx0" brushRef="#br0" timeOffset="2632.46">16294 14121 339 0,'-6'0'47'0,"-1"0"83"0,-1-3 33 0,2 3 42 16,2 0-6-16,-1-1-52 0,2 1-33 15,2 0-58-15,1 0-17 16,0 0-20-16,0 0-6 15,0 0-4-15,0 0-1 16,10 4-5-16,4-1-2 16,7 6 0-16,9-3-3 15,13 2 0-15,13-4 2 16,17-4 0-16,5-7 1 0,24-4 4 16,12-4 2-16,18 1 3 15,3-3 3-15,-6 8-3 16,-9 2-3-16,-29 5-4 15,-5 4 3-15,-22 1-5 0,-7 1 3 16,-9-2 2-16,-6 1-3 0,-16 1 3 16,-10-2 1-16,-10 1-4 0,-3-3 2 15,-3 0-1-15,0 0-22 0,2 3 15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6:14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26112 11334 915 0,'-4'2'33'0,"-1"2"-2"0,2 5-24 0,2 5-8 0,1 7 1 0,1 1-1 16,2 8 4-16,0 1 2 0,-3 4-1 15,0-1 0-15,-3-4-1 0,2-1-7 16,-2-11 10-16,6-6 20 0,3-6 34 16,6-6 46-16,9-11 8 0,3-5-14 15,18-17-30-15,9-12-38 16,9-14-19-16,10-10-3 0,8-4 0 0,17-5-5 16,8 0 0-16,14-4 0 0,3-5-5 0,-7 1-20 15,-5 1 14-15</inkml:trace>
  <inkml:trace contextRef="#ctx0" brushRef="#br0" timeOffset="977.57">28543 13604 993 0,'0'0'147'0,"-3"-3"192"0,2 2-257 0,-2-2-78 0,3 3-2 15,-2-2 0-15,2 4-4 0,-3 5 0 16,2-1 1-16,-4 9-3 0,2 0 2 15,-4 5 2-15,2-1-2 0,-1 5 2 0,-1-1 0 16,2-1-1-16,4 2 1 0,-2-7 2 16,3-4-2-16,0-4 2 0,4-3 6 15,1-6 3-15,8-4 9 0,17-7 5 16,18-14-1-16,24-14-1 0,36-20 0 16,18-16-9-16,24-7-3 0,14-16-12 0,13-1-138 15,-1-4 100-15</inkml:trace>
  <inkml:trace contextRef="#ctx0" brushRef="#br0" timeOffset="2093.02">27092 15478 1436 0,'0'-4'63'0,"0"-2"37"0,-2 6-100 0,2 2-10 0,0-1 1 0,0 2 4 0,0-2 3 0,-3 2 1 16,3 3 1-16,-9 2 0 0,3 4 0 15,-1 6 0-15,-5 7-2 0,3 7 2 16,-3 10 0-16,-2 3-1 0,4 1 1 15,-1-2 2-15,7-7-2 0,4-7 0 0,3-6 1 16,4-4-3-16,4-7 2 0,2-5 2 16,4-8 1-16,5-3 5 0,11-6 4 15,6-9 0-15,8-8 4 0,10-17 0 16,12-13-3-16,25-13-2 0,15-7-5 16,5-4-11-16,3 0-10 0,-3-3 9 15</inkml:trace>
  <inkml:trace contextRef="#ctx0" brushRef="#br0" timeOffset="3465.05">23642 13795 1482 0,'-22'-5'48'0,"20"13"-48"0,2 7-3 0,-7-5-6 0,25 19 7 0,-23-4 0 15,1 4 2-15,-1-4 0 0,1-4-2 16,-4 2 2-16,7-7 0 0,-4-1-1 15,2-3 1-15,3-6 2 0,0-4-2 16,0-1 6-16,0-1 8 0,3 3 0 0,6-7 7 16,8-4 1-16,10-5-4 0,15-7 5 15,15-10 1-15,21-10-8 0,21-13-2 16,12-10-6-16,10-7-7 0,1-13 2 16,11 2-25-16,8 5 15 0</inkml:trace>
  <inkml:trace contextRef="#ctx0" brushRef="#br0" timeOffset="51913.17">9021 16251 441 0,'-9'9'67'0,"3"-2"62"0,6-2-66 0,0-4-47 0,-3 2-8 0,8-3 0 0,-5 0 1 16,-5 0 3-16,5 0 6 0,0 0 5 16,-1 0 5-16,1 0 12 0,1-4 15 15,11 4 11-15,9-5 5 0,6-7-6 16,12-1-19-16,8-11-11 15,12-3-8-15,3-8-15 0,5-4 0 0,2-4-5 16,-3-5-3-16,3-3 6 0,5 0-9 16,13 3-98-16,-9-5 70 0</inkml:trace>
  <inkml:trace contextRef="#ctx0" brushRef="#br0" timeOffset="52439.84">7111 16734 407 0,'-9'16'24'0,"0"-5"10"16,1 2-21-16,8-2-10 0,0-2-2 0,0-5 2 0,8 1 26 0,-5-5 63 0,3-3 35 0,10-3 15 15,6-9-16-15,13-8-56 0,4-4-35 16,16-12-14-16,2-7-7 0,12-2-7 16,6-5 2-16,14-2 1 0,14 1-7 0</inkml:trace>
  <inkml:trace contextRef="#ctx0" brushRef="#br0" timeOffset="53139.12">7557 17345 987 0,'-4'-4'44'0,"5"4"10"0,4 0-34 0,-1 0-14 15,-4 0-2-15,0 0 9 0,-4 0 20 0,4 0 14 0,0 0 10 0,-6 0-3 16,-2 4-20-16,2 5-14 0,-4 2-8 15,1 4-5-15,0 1 1 0,-5 2 2 16,-2 2-2-16,-1-5 2 0,7 0 1 16,1-3-4-16,6-5 1 0,3-2 0 15,0-1-2-15,4 1 2 0,5-5 3 0,8 0-2 16,10-8 4-16,10-10 2 0,25-9-8 16,22-18 3-16,12-13-2 0,16-14-6 15,5-9 7-15,-9-2-4 0,17 1-25 16,4 4 18-16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7:29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9934 5531 1375 0,'0'0'100'0,"5"-4"129"0,4-5-207 0,7-17-11 15,7-8 1-15,2-19-3 16,5-7-2-16,-4 3 0 16,-1 3-1-16,-7 18-1 15,-6 9 0-15,-7 17-1 16,-5 8-2-16,0 2-2 16,12 5-1-16,-2 17-2 0,2 11 1 15,2 20 2-15,-1 10 0 16,-4 10 1-16,-6 5 0 15,0-4 2-15,2-10 1 16,-4-11-1-16,7-7 1 16,-4-23 2-16,1-5 3 15,-5-15 3-15,4-2 0 0,1-2 4 16,-5-4-5-16,9-4 1 0,4-3 0 16,-1-6-6-16,6-3 1 0,3-4 0 15,-3-2-3-15,3-3 2 0,-3-5 0 0,-1 1-2 16,1-7 2-16,-3 1 1 0,-2-4-1 15,-4 1 1-15,-7-1 3 0,-11 2 0 16,-6-4 2-16,-5 1 3 0,-4-2-5 16,-4-4-3-16,-11 3 0 0,-3 2-4 15,-2 1 1-15,5 3 1 0,8 10-4 16,2 7-1-16,2 13 0 0,5 12-4 0,-2 4 1 16,1 14 3-16,1 11-3 0,-11 10 2 15,-2 13 1-15,-8 13 0 0,-1 11 0 16,2 11 2-16,6 3-3 0,6-7 0 15,12-8 2-15,-6-8-3 0,15-11 2 16,3-7 0-16,-4-4-2 0,14-9 1 16,8-1 0-16,5-2-5 0,14-3 1 15,13-6 0-15,7-8-5 0,13-7-8 16,10-10-26-16,11-23-65 0,2-17 64 0</inkml:trace>
  <inkml:trace contextRef="#ctx0" brushRef="#br0" timeOffset="1017.02">10641 12220 1134 0,'0'-18'107'0,"1"-1"64"0,4-7-65 0,7-2-69 16,1-2-16-16,13 4-11 15,4 5-1-15,4 5-2 16,5 7-1-16,0 9 2 16,-4 7-2-16,-10 16 2 15,-7 7 3-15,-13 21 0 16,-5 4 2-16,-14 11 2 15,-4 3-1-15,-7-12 1 16,-1 2 0-16,5-14-2 16,3-8-2-16,12-14-3 15,3-2-1-15,11-14-4 16,5-1 1-16,14-6-1 16,11-6-1-16,-2-6-1 0,10-13 0 15,-14-2 3-15,2-6-3 0,-4-3 3 0,-4-11 2 16,-2-5-2-16,-9-4 1 0,1-8 1 15,-11 1-5-15,-2 1 2 0,-6 2 1 16,-6 3-4-16,-14 2 2 0,2-2 1 16,-12 0-3-16,-1 1 1 0,4 5 1 15,-5 8 1-15,7 10 3 0,-5 13 5 16,-2 13-4-16,-4 7 0 0,-12 12-3 0,-1 22-4 16,-13 11-1-16,-4 15 1 0,0 12-1 15,12 2 0-15,6 4 1 0,9 1-1 16,15 5 1-16,5 2 2 0,14-2-3 15,8-2 0-15,3-7 2 0,3-6-3 16,3-3 3-16,2-6 2 0,8-4-4 16,7-4 1-16,4-7 1 0,16-5-3 15,2-8-2-15,8-16 1 0,10-16-5 16,7-24 1-16,13-21-11 0,14-19-60 16,19-21 51-16</inkml:trace>
  <inkml:trace contextRef="#ctx0" brushRef="#br0" timeOffset="2258.23">28927 5440 1306 0,'26'-14'41'0,"5"-5"-7"0,7-4-12 0,5-2-6 0,1 4 0 15,-5 3-5-15,3 7-1 16,-11 7-2-16,-2 4-1 15,-5 13 1-15,1 4 0 16,-11 11-11-16,-7 10-9 16,-19-1-1-16,-10 7 3 15,-14-5 24-15,-5 0 19 16,-2-9 15-16,4-6 0 16,16-9-5-16,5-6-11 15,18-5-13-15,11-1-5 0,13 0-5 16,10 0-2-16,7 5-2 15,2-2 0-15,-5 1-5 16,-8 2 2-16,-12 0-3 0,-9 3 0 16,-9-1 1-16,-2 5 0 0,-14 4 0 15,-5 4 3-15,0 4-3 0,-9-1 2 16,1 2 2-16,1-1-4 0,-7-4 1 16,10 2 2-16,-1-4-3 0,7-1 1 15,4 0 1-15,4-6-2 0,-1-3 0 0,0 0 2 16,3-3-2-16,5-5 0 0,-1 1 3 15,5-5-2-15,-1 3 1 0,1-3 2 16,1-3-3-16,7-2 3 0,2 1 1 16,7-5-3-16,8-3 0 0,7-5 2 15,1-1-4-15,6-3 0 0,0 1 2 16,0-3-1-16,3-2 2 0,-2-1 3 16,-1-4-4-16,-4 0-1 0,4-1 1 15,-10-2-2-15,6 0 0 0,-5-3 4 16,-2-2-3-16,-5-2 2 0,-7-5 1 0,-7-2-4 15,-7-5 1-15,-2-4 3 0,-9-1-4 16,-6-7 2-16,-6 5 3 0,-12 5-1 16,1 12 7-16,-5 15 0 0,6 11-4 15,-2 8-3-15,-6 11-3 0,4 9-3 16,-5 11 1-16,-2 2 2 0,-2 10-3 16,1-1 2-16,1 5 0 0,6 5-1 15,-2 1 0-15,8 9 1 0,-6 6-2 0,-6 6 1 16,-1 7 1-16,-5 8-1 0,6 9 0 15,6 2 2-15,6-2-2 0,9-11 1 16,3-12 1-16,6-16-3 0,4-7 2 16,4-10 0-16,4-13-4 0,0-6 3 15,12-6 0-15,4-6-1 0,14-6 2 16,15-12 0-16,18-10-15 0,17-14-60 16,10-21 49-16</inkml:trace>
  <inkml:trace contextRef="#ctx0" brushRef="#br0" timeOffset="7699.33">29187 12087 808 0,'-26'-5'70'0,"5"1"50"0,3-1 14 0,9 5-23 0,8-4-10 0,11 1-33 15,8 1-28-15,24-2-28 16,9 2-2-16,20 1-4 15,14 1-2-15,27 4-2 16,10 1-1-16,-2-2-6 16,-5-3 0-16,-23-3-1 15,-11-3 3-15,-12-2 9 16,-3-1 2-16,-12 5 4 16,-6-4-2-16,-18 7 1 15,-11 1-1-15,-11 0 3 16,-5 0 0-16,-3 0 7 15,-3 0 5-15,-2 0-1 0,1-3-1 16,-4-2-5-16,-7-2-9 0,-4-2-1 0,-8-5-1 16,-3 1-3-16,4-8 2 15,-1 3 0-15,8 1-3 0,-1 4 0 0,5 4 2 16,6 0-4-16,0 3 1 0,8 1 1 16,1 4-3-16,0 1 0 0,-3 0 0 15,3-3-2-15,0 3 0 0,0 0 2 16,0 0-4-16,0 0 3 0,4-2 1 15,5 2-4-15,-1 2 3 0,5 1 0 16,5-2-3-16,6 2 2 0,2 0 2 16,1 2-2-16,3 4 1 0,-8-3 1 15,4 1-2-15,-4 2 1 0,-10 0 1 16,0-1-3-16,-3 1 2 0,-7-6 0 0,1 3-5 16,-3-2 3-16,0-1 2 0,0 3-3 15,-3 2 4-15,1-1 1 0,-2 2-3 16,-4 5 2-16,-1-1 0 0,0 5-1 15,-3 3 1-15,3 0 0 0,-4 2-3 16,-4 1 3-16,4-5 1 0,-1 2-2 16,5 0 1-16,-3-3 3 0,0 2-4 15,3-2 2-15,-4-5 2 0,5-5-2 0,-1-4 3 16,0-2 2-16,5-2-2 0,-1 0 5 16,4-2 7-16,-2-5 1 0,-9-2 7 15,10-3 2-15,-2-3-7 0,-4 0-2 16,13-3-3-16,-7 1-7 0,2-5 1 15,-3 1-1-15,3 0-4 0,0 0 0 16,5 6 1-16,-2-5-4 0,-2 5 0 16,-1 3 2-16,3 2-3 0,-1 2 1 15,-2-1 2-15,-2 0-3 0,-1 2 2 16,3-2 0-16,3 1-2 0,-3-1 1 16,0 3 0-16,0 2-2 0,-7 1 0 0,7 0 2 15,0 1-4-15,0 2 1 0,0 0 1 16,0 0-4-16,0 2 1 0,4 1 3 15,-4-3-3-15,8 1 4 0,-8 2 1 16,0-3-4-16,6 8-7 0,-3-7-46 16,4 2-214-16,-2-3 175 0</inkml:trace>
  <inkml:trace contextRef="#ctx0" brushRef="#br0" timeOffset="8367.42">30421 12004 718 0,'0'0'100'0,"0"0"133"0,3 0-14 0,9-9-55 0,3-6-30 0,18-16-91 0,13-11-26 0,23-8-8 15,6-5-2-15,23-1-3 16,2 1 1-16,8-2-4 0,5 0-1 16,-7-3 0-16,-1-3 0 15,-12 7 0-15,-6 4 1 16,-21 16 2-16,-12 8 2 15,-30 13 0-15,-8 7 2 16,-13 4 1-16,-3 1-2 16,-7 1-1-16,2-2-1 15,-4 1-2-15,0 1 1 16,-3-1-2-16,0-1 2 0,6 1-3 0,-1 0 1 16,2 0 1-16,-4-2-3 15,0 1 1-15,2-1 2 0,-4 1-3 0,8-1 1 16,-1 5 2-16,4-3-2 0,-2 3 0 15,2-1 1-15,0 1-3 0,2-2 2 16,-2 2 0-16,-5 0-1 0,5 0 0 16,0 0 1-16,0 0-2 0,3-1-1 0,-1-1-2 15,2 1-94-15,8-4 71 16</inkml:trace>
  <inkml:trace contextRef="#ctx0" brushRef="#br0" timeOffset="8926.99">31805 10848 1303 0,'12'-31'54'0,"6"-5"0"0,1-2-22 0,1 4-13 0,-5 11-8 15,-2 10-1-15,-5 10-9 16,-2 6-3-16,-2 10-5 16,-1 13-1-16,-3 16-1 15,0 10 1-15,-3 10 2 16,2 1-1-16,-2-6 6 15,3-6 1-15,3-15 2 16,1-6 2-16,2-14 2 16,3-4 4-16,3-7 11 15,9-10 4-15,5-11 6 16,1-14 4-16,3-26 7 0,-3-13 5 16,-11-6-5-16,-2-1-2 0,-14 8-15 15,-2 14-9-15,-10 0-6 0,2 9-1 16,-5 2-9-16,0 8-1 0,0 7-3 15,-3 10-2-15,-8 4 3 0,4 7 2 16,-4 5-1-16,5 2 0 0,3 5-1 16,2 8-4-16,-2 4-1 0,-3 10 1 15,-5 12-6-15,-4 7-1 0,3 10 3 0,2 7-1 16,8 1 6-16,2 4 6 0,6-8-3 16,6-9 3-16,8-11 0 0,8-11-3 15,13-7 2-15,7-7 2 0,7-4 1 16,14-7 3-16,8-8-26 0,4-17 16 15</inkml:trace>
  <inkml:trace contextRef="#ctx0" brushRef="#br0" timeOffset="9342.94">30550 12013 1330 0,'0'0'34'0,"0"5"-17"0,4-2-2 0,13 10-12 16,8 1-5-16,31 8-20 0,13 8 13 15,34 3 10-15,23-1 9 16,15 1 15-16,3-6-11 15,-15-9-2-15,-21-2 0 16,-14-8 4-16,-13-4 0 16,-19 1-1-16,-10-8-46 15,-23-9 22-15</inkml:trace>
  <inkml:trace contextRef="#ctx0" brushRef="#br0" timeOffset="9735.6">31808 12052 1266 0,'0'0'74'0,"3"-3"32"15,7-3-62-15,10-6-7 16,8-6-20-16,10-6-4 15,5 0-4-15,5 3-4 16,-4 17-2-16,-2 4-4 16,-15 25-5-16,-3 5-1 15,-18 23 2-15,-6 2 2 16,-18 10 3-16,-5 8 2 16,-5-4 2-16,2-7 0 0,4-14 3 15,1-11 1-15,12-20 4 16,9-4 7-16,12-16 6 15,9-3 1-15,18-15-4 16,13-7-9-16,5 1-6 16,-1-3-5-16,-8 7 3 0,-9 5-5 15,-5 6-5-15,1 8-25 0,-14-5 17 16</inkml:trace>
  <inkml:trace contextRef="#ctx0" brushRef="#br0" timeOffset="10216.02">30220 12294 1134 0,'-20'-5'36'0,"2"5"-8"0,11 2-5 0,-4 7 9 0,8 6 2 0,17 19 2 16,11 7-1-16,31 17-11 16,13 7-2-16,12 4-12 15,-3-3-9-15,-3-3-31 16,-3-5-42-16,1-3-24 16,10 4 18-16,10 7 57 15,10-2 51-15,2 5 60 16,-1-7-7-16,-26-8-25 15,-14-6-9-15,-25-18-28 16,-15-12-21-16,-22-26 2 16</inkml:trace>
  <inkml:trace contextRef="#ctx0" brushRef="#br0" timeOffset="11013.45">31346 13052 959 0,'9'0'122'16,"8"-7"79"-16,10 1-98 15,3-2-40-15,4 4-44 0,-4 4-8 16,-3 4-7-16,-2 8-2 15,-4 5 0-15,0 5-1 16,-7 4-1-16,-5-1-2 16,-6-2 0-16,-6-1 1 15,-6 2 3-15,0 3 2 16,-12 5 1-16,0 1-1 16,3-3-1-16,0-3 0 15,10-9 3-15,4-3 3 16,8-11 5-16,5 1 1 0,3-4 0 15,9 4-3-15,6-2-7 16,6 0 3-16,-1 1-8 0,-2 2 2 16,-3 2 1-16,-3 1-4 0,-6 3 1 15,0 1 0-15,-6-1-1 0,-8 2 1 16,1-1 1-16,-5-1-1 0,-5 2 3 16,-2 1 4-16,-2 1 1 0,-5 1 5 15,-2-4 4-15,-2 4-2 0,-3-5 2 16,-5 1 1-16,-1 1-2 0,2-7 0 0,2 4-2 15,7-4-6-15,7-2-2 0,4-1-1 16,2-4-4-16,-1 2 0 16,4-2 1-16,-2 0-2 0,-1 0 1 0,2-2 3 15,1 2-3-15,0 0 2 0,4-3 3 16,2-1-4-16,-1-7 4 0,7-2 1 16,0-4-1-16,1-8 5 0,10-5 1 15,2-8 0-15,8-7 0 0,-1-7-1 0,-2-8-5 16,0-9-2-16,-8-5 1 0,-2-2-5 15,-14 4 2-15,-3 7 2 0,-8 11-3 16,-10 9 2-16,-3 8 1 0,-4 5 0 16,-7 8 0-16,7 3 1 0,-4 3-3 15,-4 6 1-15,5-1 1 0,-7 4-3 16,2-1 2-16,-4 1 0 0,-1 3-3 16,-3 3 0-16,-4 3 0 0,-2 7-5 15,-4 5 3-15,6 7 1 0,3 5-4 0,5 8 1 16,4 7 1-16,6 7-5 0,0 11 2 15,10 8 0-15,2 7-3 0,12 1 1 16,5 1 1-16,2-8-2 0,10-9 4 16,-1-8 3-16,2-10-2 0,0-4 2 15,0-10 1-15,3-5-2 0,5-5 3 16,5-9 3-16,10-3-1 0,4-8 5 16,10-10 1-16,7-7-3 0,5-8-3 15,6-6-71-15,4-12 47 0</inkml:trace>
  <inkml:trace contextRef="#ctx0" brushRef="#br0" timeOffset="11548.03">32045 11784 814 0,'-32'6'106'0,"-1"1"114"0,-4 7-140 0,-4 4-55 0,-1 10-11 0,-1 17 7 16,2 15 1-16,13 33-2 16,11 17-2-16,23 20-18 15,12 7-1-15,23-13 10 16,5-7 7-16,16-36 18 16,2-17 7-16,10-37 11 15,7-21 2-15,22-28-1 16,19-19-5-16,7-36-14 15,-5-18-3-15,-28-25-3 16,-22-13 2-16,-44-5 4 16,-20 1-2-16,-43 14-7 15,-13 8-4-15,-19 32-14 0,-10 14-1 16,-1 27-5-16,-11 15 0 0,-5 14 0 16,2 10-1-16,5 7 0 0,11 10 0 15,5 7-4-15,9 12-5 0,0 7-191 16,-4 4 140-16</inkml:trace>
  <inkml:trace contextRef="#ctx0" brushRef="#br0" timeOffset="71143.5">5837 16782 1146 0,'0'-5'47'0,"0"1"5"0,-3-1-6 0,3 1-5 0,0-1 1 0,0 5-3 16,3 0-8-16,-3 0-12 16,2 5-1-16,-2 4-1 15,-2 3 1-15,-1 6 3 16,-1 4 1-16,-1-1 3 15,1 0-1-15,-1-3-2 16,1 0-2-16,4-5-5 16,0-1-3-16,0-4-5 15,9-4-1-15,9-8-1 16,7-10 0-16,17-19 0 16,6-12-1-16,24-20-2 15,15-10-2-15,8 1-42 0,17-4 30 16</inkml:trace>
  <inkml:trace contextRef="#ctx0" brushRef="#br0" timeOffset="71763.7">5324 16203 1330 0,'-3'0'61'0,"-1"1"18"0,-7 7-53 15,-1 1-12-15,-4 7-8 16,2 2-1-16,5 3-1 16,2-3 3-16,7-4 5 15,3-2-1-15,9-12 9 16,12-8 3-16,18-23 1 16,15-20 2-16,49-36-14 15,11-21-5-15</inkml:trace>
  <inkml:trace contextRef="#ctx0" brushRef="#br0" timeOffset="112753.61">29825 3376 1419 0,'5'12'41'0,"5"6"-15"0,13 15-26 0,4 8-1 0,6 8 1 15,-3-1 2-15,-9-10 5 16,-2-4 1-16,-5-11 0 16,-4-5 0-16,-5-6 6 15,-5-12 18-15,0 1 36 16,-3-1 6-16,-6-21 5 16,-3-12-16-16,-11-22-29 15,5-14-9-15,-10-15-8 16,5 0-4-16,2-2-4 15,11 4-1-15,11 9 2 16,11-1-3-16,9 10-1 16,3-1 2-16,-3 17-7 0,5 2 3 15,-1 11-5-15,-2 1 1 0,2 2 1 16,-2 7-3-16,-7 4 1 0,8 7-1 16,-9 2-4-16,6 12 1 0,2 0 2 15,2 12-4-15,10 6 4 0,-2 8 3 16,-2 4-3-16,-5 6 3 0,-10 1 0 15,-7 2-1-15,-7-4 0 0,-11-4 2 16,-5 2-2-16,-8-7 1 0,-11-1 4 0,1-7-2 16,-1-4 2-16,-6-5 2 0,8-5-5 15,-2-4 3-15,1-1 1 0,7-2-3 16,7-3 2-16,0 3-1 0,7-2-3 16,5 5 0-16,3 0 0 0,3 0-5 15,0 0 2-15,3 0 0 0,2 5-3 16,2 4 3-16,11 7 3 0,5 1-3 15,5 10 2-15,5-2 2 0,2 1-2 16,2 1 0-16,2-2 3 0,9-4-3 16,-6 0 1-16,2 1 3 0,4-8-3 0,-5 4 1 15,1-5 3-15,-7-1-41 0,2 2 93 16,-12-10-52-16</inkml:trace>
  <inkml:trace contextRef="#ctx0" brushRef="#br0" timeOffset="113185.86">30722 3646 1525 0,'3'9'52'0,"3"3"11"0,14-3-42 0,-5-3 5 0,4-10 6 15,4-11 2-15,-5-23-1 16,-2-8-4-16,-7-22-6 15,-9-8-3-15,-4-16-13 16,-8-5-3-16,-3-3-2 16,-2-4 0-16,8 22 0 15,2 13 0-15,7 31 0 16,0 16-2-16,4 17 0 16,5 10-2-16,12 20-1 15,8 16 2-15,11 28 1 16,4 18 1-16,7 10 0 15,1-1 1-15,-5-23 1 0,1-10-2 16,-14-27 0-16,-8-9 2 0,-8-6 0 16,-3-7 8-16,-6-8 8 0,0-5 4 15,-3-2 5-15,0-11 5 0,0-11-3 0,-2-7 2 16,1-15-5-16,-1-13-11 0,1-14-4 16,-5-10-5-16,3-10-4 0,-3-5 0 15,0-4 0-15,0 2-3 0,-3 12 0 16,1 15-1-16,-1 26-19 0,3 22-33 15,0 21-70-15,0 6-60 0,3 19 91 16</inkml:trace>
  <inkml:trace contextRef="#ctx0" brushRef="#br0" timeOffset="113581.43">31562 3540 1181 0,'9'-2'128'0,"-2"-5"100"0,-1-16-94 0,-1-11-35 0,-5-29-37 0,3-12-17 0,-11-31-28 16,-1-8-11-16,0-6-4 16,2 3 0-16,-2 34-1 15,9 23-1-15,0 36-2 16,4 15-3-16,16 26-1 15,2 13-1-15,20 30 5 16,6 15 1-16,9 19 2 16,6 5 2-16,-6-9 0 15,0-9 0-15,-10-27 0 16,-7-18 6-16,-7-23 19 16,-10-13 10-16,-2-15 9 0,-5-12 1 15,-2-10-14-15,-1-17-11 0,-5-18-9 16,2-10-4-16,2-13-7 0,-3-10 0 15,-1-3 1-15,1 3-4 0,-9 8 1 16,0 17 1-16,0 19-11 0,-3 14-32 16,-2 13-70-16,1 11-366 0,-1 7 304 15</inkml:trace>
  <inkml:trace contextRef="#ctx0" brushRef="#br0" timeOffset="114001.4">32739 3525 1324 0,'-12'6'95'0,"-6"3"40"0,-21 7-57 0,-18 5-17 16,-40 9-22-16,-25 2-5 0,-37 11-12 16,-18 7-3-16,-21 10 3 15,-9 1 2-15,5 1 5 16,-2 1 0-16,-3-8-11 15,2 2-6-15,-11 0-7 16,9-1 1-16,37-10 13 16,20-2 1-16,50-19 0 15,19 1-5-15,25-7-13 16,13 1-2-16,16-7-104 16,7-1 77-16</inkml:trace>
  <inkml:trace contextRef="#ctx0" brushRef="#br0" timeOffset="-200593.01">15372 17416 1204 0,'-14'-2'66'0,"8"-1"27"0,-9 3-31 0,15 5-33 16,3 4-7-16,3 10-11 15,2 7-3-15,1 17 2 16,9 7-1-16,-3 14 3 0,0 4 1 16,1-2 1-16,-4-3 3 15,-1-11 3-15,-4-11 2 16,-2-13 3-16,-5-7-1 16,0-15 6-16,-6-3 2 15,-6-12-5-15,-5-10-3 16,-10-26-13-16,-3-14-5 15,-3-20-2-15,3-11-1 16,6-6 0-16,3 1-1 0,8 11-2 16,-2 2 2-16,11 20-2 0,-1 5 0 15,5 11 4-15,3 7-4 0,3 9 0 16,3 4 0-16,6 4-6 0,-5 2 3 16,2 2 3-16,6 0 0 0,-4 2 1 15,16 1 3-15,-6 3-4 0,-2 3 0 16,8 6 2-16,0 7-4 0,0 8 1 15,0 6 1-15,-3 5-3 0,-6 2 3 0,-3 8 0 16,-1-1-1-16,-5 5 2 0,-6 2 1 16,-6-4-2-16,0-4 1 0,-5-1 3 15,-4-4-4-15,-3-1 2 0,-6-4 2 16,-4-4-3-16,-7 1 1 0,2-3 2 16,-3-5-4-16,-1-4 1 0,2-6 2 15,-5-1-3-15,11-8 1 0,5 3 2 16,-3 0-4-16,14 1 1 0,5 7 0 15,-1 1-3-15,6 4 2 0,-1 2 0 0,-2 5-2 16,12 4 2-16,-3 3 1 0,4 4-2 16,8 2 1-16,-7 2 2 0,11 1-2 15,2 0 1-15,3 1 1 0,5 4-1 16,4-5 0-16,-5 4 1 0,1-4-2 16,-5-4 1-16,-5-4 1 0,1-4-2 15,-1-3 1-15,-7-6 2 0,2 0-3 16,-7-4-44-16,-2-5 34 0</inkml:trace>
  <inkml:trace contextRef="#ctx0" brushRef="#br0" timeOffset="-200079.89">15634 16734 1241 0,'0'-18'73'0,"9"-2"41"0,5 1-57 0,11 2-30 0,4 1-8 15,2 2-11-15,4 1-4 16,-1 8 0-16,-4 5-2 15,-7 14 2-15,-2 8 1 16,-14 13 3-16,-5 7 2 0,-7 9 3 16,-8 1 2-16,1-3 3 15,-2-4 2-15,8-16 2 16,6-10 1-16,9-19 4 16,12-12-3-16,18-19-7 15,14-16-22-15,28-9-1 16</inkml:trace>
  <inkml:trace contextRef="#ctx0" brushRef="#br0" timeOffset="-162839.15">17510 17336 1041 0,'-43'0'83'0,"7"-3"45"0,-6 3-48 0,0 3-42 0,-6 2-11 0,-7-1-6 0,-2 2-3 15,-5 2-8-15,-2-2-2 0,-4 0 3 16,-2-5-2-16,5 2 4 16,10-3 0-16,4 2-3 0,12 1-2 0,3 1 0 15,-6 1-5-15,6-1 0 0,1 1 1 16,2 2-3-16,3-2 0 0,5-1 3 0,-2 1-4 15,1-1 2-15,5-4 1 0,3 0 1 16,6-3 6-16,8-1 5 0,4-1-1 16,0 1-1-16,7-1-4 0,4-2-6 15,4-4-1-15,4-2 2 0,2-2 0 16,5-3 3-16,-1 1 1 0,1-2-6 16,-4-1 2-16,2 2-2 0,-1 0-2 15,-5 5 2-15,0 1 1 0,-3-2-3 16,-5 5 0-16,4-3 2 0,-8 5-3 0,-2 2 1 15,-2 4 2-15,-2 1-3 0,0 4 1 16,-12 2 2-16,-2 9-2 0,-8 0 1 16,-1 5 2-16,-5 4-2 0,-4 1 1 15,-1 4 1-15,3-4-3 0,-1-2 1 16,1-7 1-16,3-1-2 0,3-3 0 16,3-3 2-16,7-1-2 0,4-2 0 15,2-2 2-15,1-1-2 0,1-3 1 0,6 0 2 16,0 0-3-16,0 0 1 15,0 2 1-15,4 1-4 0,2 0 2 0,5 1 1 16,2 2-1-16,2 2 2 0,5 1 2 16,1 0-4-16,-2 3 0 0,5-2 2 15,-4 1-3-15,-1-1 1 0,-1-1 0 16,0 0-3-16,-4-3 3 0,1 0 2 16,-5-3-2-16,5 2 1 0,-1-5 1 15,-8 0-2-15,-3 0 0 0,-2 0 2 16,7-3-1-16,-8 3 1 0,0-2 3 15,0 2-5-15,4-7 2 0,-4 2 2 16,3 1-5-16,-1-1 1 0,2-2 2 0,4 1-3 16,1-3 1-16,0 0 1 0,3-2-2 15,-2 1 1-15,-2-4 2 0,5-2-2 16,-4-1 0-16,6-1 3 0,-10-1-3 16,-1-1 0-16,-2-1 2 0,-2 0-2 15,4 5 1-15,-1 1 3 0,-3-5-4 16,0 7 1-16,2-1 2 0,-4 2-4 0,2 6 1 15,-4 2 3-15,1 4-3 0,1-3 0 16,4 3 1-16,2 3-3 0,-4-2 1 16,-1 4 2-16,-2 2-2 0,-6-1 1 15,7 3 2-15,-4-1-3 0,-3 1 1 16,3 3 2-16,-6-3-3 0,0 3 1 16,-1-3 2-16,-4-2-2 0,2 2 0 15,3 0 2-15,3-4-2 0,2-1 0 0,1 1 1 16,-2-5-1-16,4 0 1 0,4-3 2 15,-2 3-3-15,2-2 1 0,2 2 1 16,-2 0-2-16,0 0 0 0,0 0 1 16,0 0-2-16,0 0 0 0,9 0 1 15,-5-4-1-15,8 4 1 0,-3-3 1 16,3 1-1-16,-1-1 0 0,1 2 2 16,-3-2-2-16,-9 3 0 0,7-2 2 15,-2 2-4-15,-4 0 2 0,-1 0 1 16,-4 5-2-16,-2-4 1 0,-8 4 3 0,-1-1-3 15,5 4 0-15,-5-4 3 0,6-1-3 16,4 2 0-16,5-5 2 0,0 0-3 16,0 1 0-16,8-1 2 0,-2 0-2 15,4-1 1-15,5-4 2 0,2 1-2 16,4-2 1-16,-3 0 1 0,4 1-2 16,2-2 0-16,-6 5 2 0,5-2-3 15,-7 1 1-15,-7 1 1 0,-9 1-3 16,0 1 2-16,-9 1 1 0,-7 4-2 0,2-1 2 15,-7 2 2-15,-1 2-3 0,5-2 1 16,-1 0 1-16,5 0-3 0,1 3 1 16,1-5 1-16,8 4-2 0,-4 1 1 15,5 0 1-15,7 3-2 0,-5-8 0 16,9 4 1-16,7-4-3 0,-5 1 3 16,8-5 2-16,-8 0-2 0,1-3 1 15,-8-2 1-15,4 1-2 0,-2 4 1 16,-3-5 1-16,-2 5-3 0,-1 0 1 0,-6 0 1 15,-6 2-1-15,0 1 1 0,3 1 2 16,0 4-3-16,3-2 0 0,-4 1 3 16,5-2-4-16,1-1 1 0,-1-1 2 15,5 0-3-15,-4-1 2 0,4-2 1 16,0 0-3-16,0 0 2 0,0 0 2 16,0 0-3-16,4-3 0 0,-4 0 2 15,0 1-2-15,0-2 0 0,-4-1 3 0,2 1-4 16,-1-1 1-16,-3 2 1 15,-4 2-2-15,5-2 1 0,-8 1 1 0,4 2-2 16,1 2 1-16,-1 1 0 0,0 1-1 16,0-2 1-16,0 1 1 0,-3 1-2 15,8-2 1-15,2 1 1 0,2-3-2 16,-3 0 1-16,3 0 0 0,3 0-4 16,-1 1 3-16,2-1-1 0,1 3 0 15,-1-3 2-15,8 0 2 0,-3 0-3 16,5 0 2-16,-5-4 1 0,-6 1-3 0,9 1 1 15,-6-2 1-15,-2-1-1 0,1 2 0 16,-1 2 1-16,-1 1-2 0,-3 0 1 16,-3-3 1-16,-1 3-2 0,-2-2 1 15,-2 2 2-15,4 0-2 0,-8 2 0 16,3-2 2-16,4 0-3 0,-1 0 1 16,3 0 2-16,3 0-4 0,-6 0 2 15,0 0 2-15,2 3-3 0,2-2 1 16,2-1-9-16,-3 5-35 0,2-5 29 15</inkml:trace>
  <inkml:trace contextRef="#ctx0" brushRef="#br0" timeOffset="-120764.14">20856 12144 1476 0,'-22'-11'61'0,"1"2"-1"0,9 6-21 15,6-1-12-15,3 4-12 16,6 0-10-16,7 0-4 15,5 0-1-15,9 0 0 16,9 0 5-16,9-5 0 0,8-2-1 16,5 1 0-16,5 0-1 15,-4 0-2-15,-4 1 0 16,-4 1 0-16,-4-1 0 16,-5-2 2-16,-7 1 1 15,-11 1 0-15,-6 2 0 16,-12 3 3-16,-1 0 3 15,1 0 10-15,-8-3 4 16,-4 2-2-16,-4-7-4 0,-2 2-7 0,2-4-7 16,-1 1 4-16,1-2 1 0,4 4-2 15,1-1 0-15,7 2-1 0,-2 2-4 16,3-4 1-16,0 2-1 0,0 6-4 16,0-4 2-16,0 1 0 0,0 0-2 15,4 0 2-15,1 0 1 0,4 0-3 16,4 1 1-16,4 2 2 0,-1 0-3 15,0 0 2-15,-2 0 2 0,-1 5-3 16,-4-2 1-16,0 1 2 0,3 1-3 0,-3-1 1 16,-4-2 3-16,-1 1-4 0,-4-3 2 15,0 0 2-15,0 1-4 0,3 2 0 16,3 3-2-16,-6-3-2 0,0 0 2 16,-1 2 3-16,-4 1 0 0,-2 1 0 15,1 7 3-15,-2-2-3 0,1 1 1 16,-2 2 1-16,3 0-2 0,-2-1 0 15,1 2 2-15,2-2-3 0,-4 2 1 16,0-2 1-16,0 1-1 0,-3-3 0 0,6 0 3 16,-1-6-3-16,3-5 1 0,-1 4 3 15,5-5-3-15,-3 0 5 0,3 0 4 16,0-2-2-16,-1-4 1 0,1-3-3 16,1-4-4-16,-1-7 1 0,3 1 1 15,-3-2-3-15,5-3 0 0,-1 1 1 16,1 5-2-16,-1 2 0 0,0 4 2 15,1 6-3-15,-2 1 1 0,-3 5 1 16,0-3-3-16,0 3 0 0,0 0-2 16,-3 0-2-16,1 3 2 0,-2-1 3 0,-1 2 1 15,1 4 0-15,-3 1 0 0,-1 3-1 16,2 1 1-16,-1 4 0 0,2-2 0 16,-1 0 0-16,-1-2 2 0,4-2-2 15,1-1 0-15,2-5 3 0,0-5-3 16,0 0 0-16,2 0 2 0,1-3-2 15,1-2 1-15,1-2 3 0,2-4-5 16,4-7 1-16,4 2 3 0,-1-5-3 0,-2 3-1 16,0 3-18-16,-7 4-70 0,-5 11 59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6-01-22T07:22:56.6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1-22T07:22:57.613"/>
    </inkml:context>
  </inkml:definitions>
  <inkml:trace contextRef="#ctx0" brushRef="#br0">25136 14118 0,'0'0'0,"0"0"0</inkml:trace>
  <inkml:trace contextRef="#ctx0" brushRef="#br0" timeOffset="154.12">21758 6496 0,'0'0'0,"0"0"16</inkml:trace>
  <inkml:trace contextRef="#ctx1" brushRef="#br0">14729 6305 264 0,'0'0'59'0,"0"0"75"0,3 0 8 0,-2 0 21 15,-1 0 15-15,5 0-19 16,-5 0-55-16,0 0-23 15,0 0-37-15,0 0-7 16,0 1-12-16,0 7-4 0,-5 2-6 16,1 2-2-16,1 9-1 15,-2 5 3-15,1 4 2 16,-1 1 1-16,1-2 1 16,-1-5-2-16,4-11 0 15,1-11-1-15,0-1 4 16,6 7 3-16,12-23 5 15,12-9-2-15,12-17-6 16,10-8-4-16,7-5-5 0,2-8-4 16,5-4-1-16,3-7 0 0,3-7-5 15,-3 1 0-15,13 1 2 0,11 6-3 0,0 8 0 16,6 8 1-16,-9 11-3 0,-13 12-31 16,-8 11 24-16</inkml:trace>
  <inkml:trace contextRef="#ctx0" brushRef="#br0" timeOffset="6575.84">21702 16625 0,'0'0'0,"0"0"15,0 0 1,0 0 0</inkml:trace>
  <inkml:trace contextRef="#ctx1" brushRef="#br0" timeOffset="5903.42">10663 7747 921 0,'-34'-15'77'0,"7"0"15"0,6 5-3 0,12 1-25 0,15 6-28 16,9 3-7-16,21 12-5 15,10 0 1-15,16 10 0 16,10 1-3-16,-2-1-9 16,11-1-2-16,6-9-5 0,15-4-2 15,22-8-173 1,4-8 126-16</inkml:trace>
  <inkml:trace contextRef="#ctx1" brushRef="#br0" timeOffset="6343.81">12512 7746 1177 0,'12'-3'27'0,"15"3"-21"0,17 4 0 0,34 7 1 0,4-1 1 16,17 5 3-16,3-1 3 15,2-5-8-15,13-8-7 16,29-7-174-16,6-10 124 16</inkml:trace>
  <inkml:trace contextRef="#ctx0" brushRef="#br0" timeOffset="12486.84">24484 18402 0</inkml:trace>
  <inkml:trace contextRef="#ctx0" brushRef="#br0" timeOffset="12604.37">21113 10344 0,'0'0'0</inkml:trace>
  <inkml:trace contextRef="#ctx1" brushRef="#br0" timeOffset="12046.7">14031 9137 957 0,'-1'0'21'0,"1"0"-16"0,0 5-15 0,0-1 4 16,1 5 6-16,-2 8 14 15,-8 1 12-15,-5 3 27 16,-1 3 17-16,-7 0 28 16,4-3-1-16,6-2-22 0,3-4-18 15,9-6-29-15,4 0-3 16,10-9 10-16,10-4 5 16,37-20 1-16,20-15-6 15,42-39-15-15,18-18-8 16,33-30-3-16,23-8-1 15,14 2-7-15</inkml:trace>
  <inkml:trace contextRef="#ctx1" brushRef="#br0" timeOffset="19091.8">11638 13060 799 0,'0'9'64'0,"-2"4"48"0,2 1 8 0,-4 8-19 16,1 7-14-16,-2-2-39 15,-1 1-13-15,3-5-7 16,0-5 3-16,3-6 5 16,3-5 3-16,-3-5 2 15,9 2-1-15,0-5 0 16,8-2-1-16,14-11-4 15,7-11-3-15,34-28-12 16,21-11-5-16,34-20-8 0,16-5-4 16,31 1 20-16,15-5-18 15</inkml:trace>
  <inkml:trace contextRef="#ctx1" brushRef="#br0" timeOffset="26284.35">13905 12019 1362 0,'-4'0'64'0,"2"2"31"0,-1-1-71 0,3 2-17 0,3 3-4 0,-3 6-2 16,6 3 1-16,-6 6 1 15,3 3 1-15,-1-4 7 16,1-4 6-16,3-4 11 16,-2-7 4-16,13-14-2 15,8-8-4-15,40-29-8 16,22-25-3-16,54-61-3 16,27-28-41-16,58-43 21 15</inkml:trace>
  <inkml:trace contextRef="#ctx1" brushRef="#br0" timeOffset="45391.87">13595 16470 351 0,'0'-2'19'0,"0"-1"16"0,0 3-19 0,0-1 4 0,0-1 16 0,0 2 25 0,0 0 26 16,0 0 21-16,0 0 7 0,0 0-12 15,0 0-17-15,0 0-14 0,0 0-6 16,0 0-2-16,0 0-1 0,0 0-6 16,0 0-12-16,0 0-14 0,0 0-10 15,3 0-11-15,-3 0-4 0,1 0 2 0,7 2-2 16,-2-4 5-16,1 2 1 0,2 2-6 15,0-2 0-15,0 0 0 0,3-2-4 16,-3 2 2-16,5 0 0 0,-2 0-2 16,1 0 1-16,-1 0 1 0,2 0-1 15,-1-3-1-15,4 2 0 0,-4-4-2 16,4 5 0-16,8-4 0 0,-7-1 0 16,8 1 2-16,-1 1 1 0,-7 0-3 15,11 1 2-15,-1 2 0 0,7 0-2 0,-2 0 1 16,-2 0 2-16,-1 0-3 0,0 2 2 15,-4-1 1-15,-1 4-3 0,1-4 1 16,-4-1 1-16,-4 3-2 0,-1-3 0 16,-5 2 2-16,0 1-3 0,1-2 2 15,5 2 0-15,0-1-1 0,8-2 0 16,-4 3 1-16,2-3-2 0,-1 0 1 0,-1 4 1 16,-1-1-2-16,-3-1 1 15,8 2 1-15,-10-1-1 0,5-1 0 0,2 5 1 16,-5-7-2-16,3 0 1 0,-5 0 2 15,2 0-3-15,3 0 1 0,5 2 2 16,-4 2-2-16,8-1 0 0,-4 2 1 16,-4-5-1-16,4 0 0 0,-5 0 1 15,1 3-1-15,4 0 0 0,-2-2 2 16,0-1-2-16,-3 0 0 0,-2 2 2 16,-4 1-2-16,-1-3 1 0,1 0 1 0,0 0-2 15,4 4 0-15,1-2 1 16,-1 1-1-16,-1-2 0 0,-1-1 1 0,1 3-1 15,-5-1-1-15,4 2 1 0,-4-1-4 16,1 0 1-16,2 0 2 0,-2 0-3 16,5 0 5-16,-4-1 2 0,-3 1-2 15,-3-3 1-15,3 4 0 0,3-4-2 16,1 2 0-16,5 2 0 0,0-1-5 16,-7-3 3-16,4 0 2 0,1 0-1 15,4-3 3-15,8 2 4 0,4 1-4 0,-1 0 1 16,-4 0 0-16,-4 0-2 0,-1 1 1 15,-2-1 1-15,1 5-2 0,-2-1 1 16,1 1 2-16,-4 1-4 0,4-5 1 16,-1 2 2-16,-1-1-3 0,2 1 0 15,-2 1 2-15,-3-4-2 0,-2 0 0 16,5 0 2-16,-4 0-2 0,-2 0 1 16,6 0 1-16,-8 0-2 0,2 0 0 15,0 0 2-15,2-3-3 0,5 3 1 16,-1 0 2-16,0-1-3 0,5 1 1 0,-4 0 2 15,-2 0-2-15,4-3 0 0,-8-2 2 16,7 4 0-16,1-4 5 0,-3 2 3 16,-2-1-1-16,1-1 0 0,-1 2-2 15,1 2-6-15,2-4 1 0,4 5 1 16,1-4-3-16,1 4 1 0,-1 0 2 16,-4 4-3-16,-2 1 3 0,-8-1-1 15,-1 1-39-15,-4 1 28 0</inkml:trace>
  <inkml:trace contextRef="#ctx1" brushRef="#br0" timeOffset="46158.89">18295 16123 1443 0,'-9'-10'35'0,"1"2"-25"0,2 2-2 0,6 2-5 0,2-4 2 0,2 1 3 0,7-4-1 0,-1-1 3 15,13-1 4-15,7-1-2 0,0-2-1 16,3-2 0-16,6 1-7 0,-5 1 1 16,2 2 0-16,3 5-4 0,-4 5 2 15,-2 4 0-15,-3 4-3 0,-9 5 0 16,-6 3 1-16,0 2-3 0,-9-1-2 0,-3 8 0 15,-6 2-2-15,-6 5 4 0,-9-1 5 16,-6 5 0-16,-8 5 2 0,-5-1 0 16,1 5-4-16,-2-1 1 0,4-2 1 15,7-2-3-15,4-3 3 0,8-11 2 16,11-5-2-16,2-4 4 0,2-10 0 16,9 2-2-16,9-5 1 0,8-3-1 15,8-5-3-15,10-5 0 0,7-5 1 0,1-8-12 16,8 1-37-16,0-2 32 0</inkml:trace>
  <inkml:trace contextRef="#ctx1" brushRef="#br0" timeOffset="46488.82">19088 15979 1492 0,'-36'5'36'0,"2"7"-27"0,-1 7-7 15,7 5-2-15,-2 2 1 0,7-4-3 0,5-1 1 16,3-3-1-16,6 3-3 0,8-4 3 16,-2 1 0-16,6-2-3 0,3-5 1 15,-2-4-5-15,8-1-1 0,2-3 10 16,7-3 6-16,4-4 4 0,1-1 5 16,1-7-1-16,-2-1-4 0,2-5 1 15,-6-2-2-15,-4 1-9 0,-8-1-1 0,-6 2 0 16,-6 5 0-16,-9-1 3 0,-3 1 10 15,-6 5-1-15,0 1 2 0,-5 2 2 16,4 1-8-16,1 2 1 0,7-1-1 16,2 2-6-16,3 2 0 0,9 2-1 15,-1 2-28-15,5 1-67 0,7 1 60 16</inkml:trace>
  <inkml:trace contextRef="#ctx1" brushRef="#br0" timeOffset="46863.78">19196 15871 1376 0,'-13'-9'110'0,"82"-85"-26"46,-35 68-77-46,0 5 0 0,1 3-5 0,-1 9 1 16,-2 2-1-16,-2 7-2 0,-6 7 0 16,-2 7 1-16,-8 2-1 0,-2 2-2 15,-6 3 1-15,-6 0-5 0,-5 6 1 16,-1 3 5-16,-7-4 0 0,-4 4 2 16,-4-3 4-16,-1-2-5 0,-2 5 2 15,1-3 1-15,2 2-3 0,3-4 2 16,6-5 1-16,3-1-2 0,8-4 3 0,2-3 2 15,2-3-3-15,3-1 2 0,6-2 1 16,2-3-2-16,10-2 1 0,4-2 3 16,10-8-6-16,1-5 2 0,4-5 0 15,10-1-5-15,7-5-36 0,4-4 27 16</inkml:trace>
  <inkml:trace contextRef="#ctx1" brushRef="#br0" timeOffset="47143.45">19865 15784 1438 0,'3'-24'47'0,"-2"6"-13"0,4-9-13 16,2 2-10-16,5-4 0 0,3-5-4 15,6 2-2-15,0-1 1 0,-3 6-5 16,-1 9 0-16,-4 3 1 0,-1 9-2 15,-3 2-2-15,-4 4 0 0,2 1-4 16,-5 7 1-16,2-1 1 0,-1 2-4 0,-1 5 1 16,2 2 3-16,-1 2 1 0,2 8 6 15,-1-1 3-15,-1 2-2 0,2 6-1 16,-1 2 0-16,1 4-2 0,4 0-16 16,0 6 12-16</inkml:trace>
  <inkml:trace contextRef="#ctx1" brushRef="#br0" timeOffset="49627.66">22300 17354 1507 0,'-7'-9'44'0,"2"0"-17"0,5 9-9 0,9-4-11 0,-1-1 0 0,5-1 2 0,1-7-4 0,5 1 2 15,2-3 1-15,-1-2-3 0,5 4 1 16,5-1-1-16,-1 4-4 0,5 4 1 16,-5 6 1-16,-1 0-3 0,-5 4 0 15,-10 4 2-15,-5-2-3 0,-4 10-2 16,-4-4 3-16,0 6-5 0,-7 3 0 15,-7-1 5-15,-1 1-3 0,-9 3 3 16,-3-2 4-16,-1-1-4 0,5-3 1 0,2-4 2 16,8-2-3-16,5-2 1 0,4-2 2 15,4-1-1-15,0 2 1 0,10-1 1 16,4 1-4-16,4 0 0 0,13-3 3 16,-1 1-3-16,0 1 2 0,-4-2 2 15,-10 1-4-15,-7-2 0 0,0 4 0 16,-4 0-3-16,-5 0-1 0,0 0 1 15,-2 1-3-15,-5 4 4 0,-7-1 2 16,-2 5 0-16,-7 0 2 0,-5 2 1 16,-1-2-3-16,-4 0 2 0,8-2 2 15,2 1-4-15,2-4 1 0,14-4-12 0,1 0-60 16,7-1 49-16</inkml:trace>
  <inkml:trace contextRef="#ctx1" brushRef="#br0" timeOffset="50093.84">23047 17414 1356 0,'-60'-12'104'0,"17"6"373"0,34 6-96 0,7 14-365 0,34 16-357 0,-2-2-96 16,-26 1 444-16,1-13-2 0,-1-1 2 0,1 0 2 16,2-1-4-16,-2-5 2 0,4-2 2 15,-5-1-3-15,-4-3 4 0,9-3 3 16,-1-3-2-16,4-3 2 0,1-1 1 16,-7-7-6-16,6-4-1 0,-4-3-1 15,1 2-4-15,0-1 1 0,-5 5 2 16,-4 5-3-16,0 2 1 0,-3 8 1 15,2 0-4-15,-4 3 0 0,5 2 1 16,-3-1-1-16,2 7-1 0,1 4 1 0,0 0-2 16,6 9 1-16,6 1 1 0,1 4-1 15,4 2 0-15,5 4 2 0,4-1-2 16,-1 4 1-16,-2-1 2 0,-7 1-4 16,1-2 2-16,-11-8 0 0,-3 1-2 15,-6-5 1-15,-6-6 3 0,-9 0-2 16,-3-9 5-16,-6 1 3 0,-3-4-3 15,-3 2 2-15,-3-7-1 0,3-2-6 16,6-7-27-16,9-5-33 0,1-4-219 16,1-8 176-16</inkml:trace>
  <inkml:trace contextRef="#ctx1" brushRef="#br0" timeOffset="50405.8">23353 17626 1006 0,'17'1'116'0,"-4"2"79"0,0-3-76 0,-1 0-89 0,-3-3-14 0,-4 2-6 0,2-4-5 0,-5-2 0 0,1-2-1 16,-2 0-15-16,-1-5-15 0,0-5-42 15,3-1-16-15,-3-1 15 0,-3 3 34 16,-1 6 58-16,-1 5 22 0,-4 5 3 15,0 2-18-15,-3 0-18 0,2 6-8 16,-6 3-7-16,2 6-2 0,-2 3 0 16,-1 3 1-16,-1 5 4 0,9-1 1 0,2-1 4 15,7 0 14-15,7-4 14 0,2-1 3 16,8-5 5-16,1-1-7 16,7-1-12-16,2-6-4 0,-2-3-3 0,5-3-9 15,0-4-3-15,8-5 0 0,-4-5-20 16,1-1-219-16,-4 0 167 0</inkml:trace>
  <inkml:trace contextRef="#ctx1" brushRef="#br0" timeOffset="50736.77">23780 17459 1574 0,'3'3'36'16,"2"2"-32"-16,-1 2-4 0,-4 4-4 15,0 1 0-15,-6 0-3 0,-1 6 2 16,-2-2 5-16,6 7-1 0,-2-7 2 16,-4 2 2-16,2-6-3 0,-2-6 2 0,-2-1 3 15,8-5-3-15,-3-2 4 0,-4-5 3 16,4-4-4-16,-15-5 2 0,9-5-1 16,3-2-3-16,3-5 1 0,6 1 2 15,0 1-1-15,1 4 1 0,-1 5 0 16,8 4-5-16,2 8-1 0,1 5 1 15,7 2-3-15,0 5 1 0,0 4 1 16,6 4-2-16,-5 0 1 0,5 4 1 16,-1-1-2-16,-1 0 1 0,7 0 3 0,-2 2-2 15,-2-7 1-15,2 1 3 0,-1-1-4 16,-5-4-36-16,1-3 26 0</inkml:trace>
  <inkml:trace contextRef="#ctx1" brushRef="#br0" timeOffset="51055.21">24037 17267 1710 0,'10'5'35'0,"-1"8"-34"0,8 8-4 0,1 3 3 16,1 5 0-16,1-2-1 0,1 6 1 15,-2-6 0-15,1 6-1 0,-4-3 1 16,2-2 2-16,-1-2-3 0,-8-2 2 15,0-6 1-15,-9-5-2 0,0-5 2 16,-5-4 2-16,1-4-2 0,-5 0 2 16,-3-7 1-16,-2-4-3 0,1-5 1 15,-1-11 2-15,-2-3-5 0,4-6 3 0,1-5 0 16,2-2-2-16,2-1 3 0,4 2 2 16,3 5-3-16,1 8 1 15,4 5 1-15,1 8-6 0,3 5 0 0,0 7 1 16,7-1-9-16,7 5-61 0,2 2 49 15</inkml:trace>
  <inkml:trace contextRef="#ctx1" brushRef="#br0" timeOffset="51361.14">24707 17053 1987 0,'0'-18'14'0,"0"4"-84"0,0 14-31 15,0 5 2-15,-4 4 19 0,-14 6 33 16,-12 1 29-16,-12 8 7 0,-2 3 1 16,1 0 6-16,8 3 2 0,5-6 2 15,5 0 8-15,2-3 8 0,11-1 2 0,2-2 2 16,7-3 0-16,3 0-8 0,4 0-1 16,17 6 0-16,6 3-6 15,11 1 1-15,19 4 0 0,7-1-6 0,8-2 1 16,-1-5 2-16,-4 1-3 0,-14-4 3 15,-7 0 2-15,-10-3-4 0,-16-1 0 16,-11-5-1-16,-12-2-3 0,-14 4 2 16,-17 1 1-16,-10 0 0 0,-16 3 2 0,-13 1 3 15,-2-4-4-15,-6-1 2 16,0-2-14-16,15-5-166 0,6-1 124 0</inkml:trace>
  <inkml:trace contextRef="#ctx1" brushRef="#br0" timeOffset="52515.71">25643 17980 1448 0,'12'0'29'0,"-5"1"-34"0,-5 5-7 0,-11 0-13 0,-9 3 7 0,-20 3 9 0,-5 2-12 0,-14 4 10 16,-15-2-4-16,-7 1 2 0,-10-4 15 16,-7-1 8-16,5-3 2 0,-7-1 9 15,7-4 14-15,-8 1 3 0,-8-1 1 16,4 2-7-16,-10-1-15 0,1 2-7 15,4-4-2-15,-12 3-5 0,-9 2 0 16,3 1 0-16,-3-5-3 0,6 1 2 16,-2 1 0-16,-8 1-2 0,-5 0 1 15,5 2 1-15,4-3-2 0,9 0 0 16,6 3 2-16,-5-4-2 0,7 1 0 16,8 1 2-16,1 1-2 0,16 1 0 0,1-3 2 15,2 1-2-15,5 1 1 0,1-2 1 16,7 1-2-16,8 2 0 0,14-3 1 15,2 3-2-15,13 2 1 0,4-2 1 16,4 0 0-16,5-3 6 0,6 1 6 16,0-2 3-16,6-2 8 0,5-2 5 0,2-1 1 15,2-4 2-15,0-2 4 16,0-3-6-16,2-3-4 0,-2-6-7 0,4-8-12 16,1-8-5-16,-1-8 1 0,2-6 0 15,0-4 2-15,-6-11 5 0,-4 1-5 16,-1-11 3-16,-7-5 3 0,3-2-2 15,-4 2 5-15,4 8 4 0,-3 7-4 16,1 9-2-16,1 0-3 0,1 1-8 16,0 1-1-16,0-4 1 0,4-5-4 15,1-4-2-15,1 1 1 0,3 8-4 0,0 5 3 16,3 15 2-16,1 11-1 0,-2 8 3 16,5 8 1-16,1 2-4 0,1 2 2 15,4 4 1-15,8-4-3 0,5 2 2 16,10-3 2-16,10 0-3 0,5 0 2 15,20-6 1-15,11 2-2 0,16-1 2 16,11 1 0-16,4-5-2 0,5 5 2 16,8-4 2-16,9 2-4 0,6-1 2 0,6 1 1 15,0 1-2-15,-4 1 1 16,7 4 1-16,-3 1-2 0,-10-2 1 0,6 2 2 16,-1 4-3-16,1-1 1 0,-2 2 2 15,-2 2-3-15,-14 4 1 0,1 1 0 16,3 2-2-16,0 0 2 0,-9-1 0 15,-15 1-1-15,-11 0 0 0,-17-3 1 16,-2 1-2-16,-3-2 1 0,-8-1 2 16,1-1-2-16,-13-1 1 0,-9-2 1 15,-8 0-3-15,-10-2 1 0,-4 2-2 16,-9-3-4-16,-10 3 0 0,-2 0 0 0,0 0-1 16,-2 3 4-16,-2 3 4 0,-4 3-2 15,-1 8 1-15,2 3 1 0,2 10-1 16,5 5 0-16,0 5 2 0,9 10-3 15,0 4 1-15,-1 1 0 0,1 4-2 16,3 1 2-16,-3-3 1 0,-5-6-2 16,4-3 2-16,-2-5 1 0,-3-7-1 0,-2-3 0 15,4-6 2-15,-2-3-2 0,-2-4 0 16,4-5 2-16,-2-5-2 0,1-1 0 16,1 0 1-16,-1 2-2 0,1 7 1 15,-1 0 0-15,5 7-1 0,-1 5 1 16,-1 6 1-16,2-1-2 0,-4-1 1 15,-1-1 1-15,-4-7-2 0,-3-4 0 16,-3-8 0-16,-10-4-2 0,-5 1 3 16,-15-4 2-16,-8 4-1 0,-14-1 2 15,-16-1 1-15,-11 2-3 0,-3 1 1 16,-5 0 1-16,9-3-3 0,3 0-11 0,-5 0-42 16,-4-2 33-16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25:24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27117 10094 1373 0,'-21'-36'60'0,"8"12"37"0,4 9-100 0,4 14 1 0,5 5-1 16,0 10 5-16,-4 6 6 15,1 22-5-15,-2 11 0 16,1 22-2-16,4 9 0 16,0 7 1-16,0-1-2 15,4-16 0-15,5-8 0 16,6-24-3-16,0-12 1 16,11-21 8-16,4-12 12 15,18-29 10-15,7-14 2 16,8-34 0-16,-6-10-9 15,-10-22-4-15,-12-5-1 0,-21 6-4 16,-7 8 1-16,-11 31-3 16,-13 15 5-16,1 27-8 0,3 9-1 15,-8 6 1-15,-2-2-4 0,5 5 4 16,-6-1 2-16,0-1-4 0,8 1 1 16,-5-2 1-16,4 1-7 0,4 1 0 15,-4 5 1-15,8 4-3 0,-6 2-1 0,0 7 2 16,5 5-4-16,-2 14 1 0,4 6 4 15,4 9-15-15,4 6-40 0,4 0-66 16,11 0 64-16</inkml:trace>
  <inkml:trace contextRef="#ctx0" brushRef="#br0" timeOffset="388.47">27729 10094 463 0,'7'13'18'0,"2"1"-1"0,2 2-19 0,10 2 8 0,-2 5 7 0,8 5 15 15,3 7 5-15,-7 5 30 16,-5 2 26-16,-14 5 72 16,-8-4 20-16,-19-2-11 15,-2-4-26-15,-5-11-74 16,0-8-20-16,7-14-17 0,7-8 1 15,-2-23-1 1,1-14-1-16,8-17-10 0,5-5-6 16,8 6-7-16,5 13-5 15,3 20-2-15,6 14-2 16,-4 10-2-16,2 4 0 16,1 7 0-16,1 4-1 0,0 4 1 15,3 1 3-15,0 1 0 0,6 1 1 16,-6-1 1-16,7-1-3 0,4-1-2 0,-2-5-19 15,-5-5-94-15,-2-6 76 0</inkml:trace>
  <inkml:trace contextRef="#ctx0" brushRef="#br0" timeOffset="551.99">28111 9842 1076 0,'2'3'118'16,"2"6"222"-16,14 21-339 15,2 6 3-15,2 18-2 16,1 6 1-16,2 9-2 0,-1 0 0 16,5-3 0-16,5-5 1 15,-4-11-1-15,0-7-18 16,-6-16 12-16</inkml:trace>
  <inkml:trace contextRef="#ctx0" brushRef="#br0" timeOffset="733">28483 10064 1515 0,'-25'0'64'16,"-1"0"32"-1,-1 9-86-15,-12 0-5 0,-3 1-4 16,2 5 2-16,5-10-3 16,14-1-5-16,14-4-50 15,10-9-212-15,15-3 172 16</inkml:trace>
  <inkml:trace contextRef="#ctx0" brushRef="#br0" timeOffset="986.16">28657 10027 1124 0,'15'3'99'0,"-1"1"136"16,-1 5-218-16,-5 7-8 15,-4 7 1-15,-11 11 11 16,-10 2 0-16,-7 3-5 15,-4-1-3-15,-2-13 0 16,4-7 5-16,8-15 11 0,0-10 6 16,6-19-2-16,6-1-3 15,8-7-12-15,16 1-7 16,7 7-8-16,13 8-4 16,2 17-1-16,2 5-2 15,6 19 1-15,-4 2 0 16,11 10-3-16,2 1-27 15,8 1 21-15</inkml:trace>
  <inkml:trace contextRef="#ctx0" brushRef="#br0" timeOffset="1311">30118 9893 1124 0,'-26'0'150'0,"-5"3"210"16,-7 3-290-16,-2 11-50 16,1-1-11-16,1 11-6 15,8 0-3-15,17 2-3 16,10-4-2-16,19 0 2 16,11-2 2-16,8 2 2 15,1-4 3-15,-3 2 0 16,-5-7-3-16,-14-2 2 15,-5 2 1-15,-11-1 2 16,-13 6 2-16,-12 8-1 16,-3 2-2-16,-6-1-3 0,2-9-1 15,10-7-49-15,4-7 37 16</inkml:trace>
  <inkml:trace contextRef="#ctx0" brushRef="#br0" timeOffset="1601.75">30131 10169 1570 0,'9'-2'51'0,"8"-1"-9"0,13-1-32 15,12-5-2-15,7 0-2 16,1-5-2-16,-10-1 0 16,-5-3 0-16,-22-3 1 15,-8-1 2-15,-16 0 1 16,-10-2 0-16,-9 7 7 15,0 7 0-15,8 10-4 16,1 4-2-16,9 13-12 16,3 5-1-16,9 17-1 15,7 7 2-15,7 4 1 16,8-1 0-16,7-5 0 16,-2-10 2-16,7-13 0 15,1-12-17-15,-1-12-17 0,1-15 20 16</inkml:trace>
  <inkml:trace contextRef="#ctx0" brushRef="#br0" timeOffset="1802.28">30644 9487 1092 0,'3'34'100'15,"3"14"185"-15,11 29-283 16,4 14 1-16,1-1 1 15,4-3 0-15,-4-18-2 16,4-5 0-16,-2-8 1 16,-2-8 1-16,5-3-1 15</inkml:trace>
  <inkml:trace contextRef="#ctx0" brushRef="#br0" timeOffset="1954.97">31066 9709 1756 0,'-63'12'41'0,"-3"4"-33"15,-3 5-4-15,-21-1-14 16,-2-1-48-16,-19-1 37 16</inkml:trace>
  <inkml:trace contextRef="#ctx0" brushRef="#br0" timeOffset="2572.36">27805 12220 543 0,'15'56'146'15,"2"-2"94"-15,-8-17-27 16,0-5-26-16,-6-13-66 16,-3-8-25-16,-8-8-21 15,-5-11-4-15,-4-17-8 16,-5-16-11-16,-5-37-26 15,-6-16-10-15,3-14-11 0,0 6 2 16,12 19-1 0,10 13 0-16,8 11-4 0,12 2-1 15,14 6-2-15,4 3-1 16,9 17-2-16,3 10 2 16,-6 13 0-16,3 8 0 15,-6 17-4-15,-8-1 3 16,-16 7-1-16,-7 2 5 0,-7-2 4 15,-7 4 0-15,6 3 1 0,-7 3-5 16,-11 3 1-16,1-2 1 0,-4-1-3 0,2-3 1 16,4-7 1-16,4-4-2 0,7-5 0 15,-2-8-2-15,0-6-47 0,6-5-33 16,-5-13 43-16</inkml:trace>
  <inkml:trace contextRef="#ctx0" brushRef="#br0" timeOffset="3127.34">28152 11496 1221 0,'-5'25'46'0,"4"10"3"0,2 1-20 0,11 6-5 0,2-6 2 16,2-8 14-1,2-7 7-15,0-19 11 0,6-4 3 16,-4-14-12-16,1-10-6 16,-8-17-16-16,-8-5-7 15,-5 1-3-15,-6 4-1 16,-2 20 1-16,4 7-2 15,4 13-10-15,0 3-5 16,7 12-8-16,4 6 1 16,10 19 5-16,0 7 2 0,10 16 4 15,-5 4-2-15,4 2-2 16,0 2 0-16,-12-19 2 16,-2 2 0-16,-8-13 1 0,-8-4 3 15,-3-4-3-15,-3 0 2 0,-6-3 2 16,-2-1-3-16,-2-8 0 0,-1-2 1 15,4-7-4-15,-4-7 0 0,-1-7-34 16,2-5-56-16,-4-16 53 0</inkml:trace>
  <inkml:trace contextRef="#ctx0" brushRef="#br0" timeOffset="3353.29">28432 11193 1237 0,'3'-6'112'0,"3"0"166"15,3 3-270-15,12 6-5 16,0 8-3-16,18 23 0 16,0 16-2-16,8 29 2 15,-1 11 3-15,-7 12 2 16,0-3 2-16,-7-15-4 16,-2-11 2-16,0-23-2 15,0-14-40-15,-8-27 28 16</inkml:trace>
  <inkml:trace contextRef="#ctx0" brushRef="#br0" timeOffset="3537.61">28920 11286 1648 0,'-26'3'40'0,"-1"3"-23"15,-3 6-12-15,-1 9-2 16,-7 6 1-16,-4 11-2 15,-1-4 0-15,2 0-4 16,8-4-36-16,3-21 24 16</inkml:trace>
  <inkml:trace contextRef="#ctx0" brushRef="#br0" timeOffset="3862.19">28819 11040 1441 0,'-9'3'86'15,"5"8"93"-15,5 10-172 16,13 27-8-16,10 12-1 16,12 24 2-16,7 9 0 15,1-1 0-15,-4-2 2 0,-13-16 0 16,-6-13-1-16,-10-19 3 16,-4-13 0-16,-4-22 4 15,-1-7 8-15,-2-22 3 16,0-16-4-16,-2-32-16 15,-4-16-9-15,5-5-3 16,1 3 2-16,4 40 10 16,10 16-1-16,7 25-3 15,4 10 0-15,2 10-1 16,3 13 0-16,-4 5 1 0,-1 7 5 16,-2-7 0-16,-7-1 1 0,2-2 5 15,3-1-6-15,-7-1 2 0,2-4 1 16,-2-1-3-16,-5-9 1 0,-2-1-10 15,-2-4-38-15,-1-7 31 0</inkml:trace>
  <inkml:trace contextRef="#ctx0" brushRef="#br0" timeOffset="4137.46">29545 11324 1570 0,'7'0'49'0,"16"0"-12"16,7 4-21-16,12 13-12 15,-3 7-2-15,-5 11-2 16,-7 6 2-16,-9 5 4 16,-10-11 6-16,-13 1 6 15,-4-3-1-15,-12-12 6 16,-4 1 6-16,-7-17 14 16,-1-7 4-16,-1-19 1 15,2-13-6-15,10-22-33 16,7-5-15-16,27-2-51 15,13 6-54-15,16 20 65 16</inkml:trace>
  <inkml:trace contextRef="#ctx0" brushRef="#br0" timeOffset="4490.74">29825 11157 1862 0,'-1'-1'38'0,"1"7"-43"15,4 9-7-15,10 15 3 16,7 9 1-16,1 9 7 16,7 3 1-16,-10-6 0 15,-2-4 0-15,-8-15 3 16,-5-10 3-16,-4-7 4 16,-1-4 1-16,-4-8 5 15,-2-9-3-15,2-15-4 16,-1-15-3-16,0-16-6 15,6-7 0-15,3 2 0 16,2 14 1-16,8 20-3 16,-4 13 0-16,6 19-5 15,5 13-1-15,5 19 0 0,1 5 2 16,4 4 5-16,1 1 1 0,-7-6 4 16,3-5 0-16,-9-4-4 0,-10-6 2 15,10-3 0-15,-9-3-9 0,7-3-37 16,1-5 30-16</inkml:trace>
  <inkml:trace contextRef="#ctx0" brushRef="#br0" timeOffset="7036.41">30398 11418 1239 0,'5'0'76'0,"-1"0"88"0,13 0-156 0,5 0-1 0,13-3-2 16,-1-3 0-16,8-6 3 16,2-6 0-16,8-3 0 15,-1-4 1-15,2 4-2 16,-4 0-2-16,-8 6-1 16,-7 0-1-16,-8 4 0 0,-10 2 2 15,-10 2 5-15,-6 1 8 16,-9 3 6-16,-1-6 1 15,-10 0-5-15,5-2-6 16,-4 1-4-16,1-2 0 16,10 0 1-16,-1 1 0 15,9 7-1-15,5-4-5 0,2 7-2 16,-5-4-1-16,-2 1-3 0,7 1 2 0,1 1 3 16,7-1-4-16,4 3 3 15,1 0 1-15,1 0-4 0,3 3 1 0,3 0 1 16,-5-1-3-16,4 2 1 0,-1-4 2 15,-4 0-2-15,5 5 0 0,-11-8 1 16,1 3-2-16,-7 3 0 0,-6-3 1 16,-3 0-4-16,0 1 2 0,0 2 2 15,-3 6 0-15,-6 0 0 0,0 5 0 16,-3 4-2-16,-6 1 2 0,0 1 2 16,-3-1-2-16,0 2 4 0,0-3 0 0,3 0-4 15,0-1 2-15,0-1 1 0,2-7-3 16,4 0 2-16,6-3 4 0,-2-4-1 15,8-2 3-15,0-3 0 0,0-5-8 16,9-5-7-16,9-8-23 0,8-9-75 16,4-11 66-16</inkml:trace>
  <inkml:trace contextRef="#ctx0" brushRef="#br0" timeOffset="7799.9">31279 11478 1515 0,'3'-3'56'0,"-2"-3"-4"16,5-15-26-16,0-12-10 0,3-19-8 16,0-16-7-16,-1-16-8 15,-4-9-6-15,4 5-3 16,-2 7 2-16,-2 30 10 16,4 21 3-16,-4 25 1 0,5 17 3 15,8 15 2-15,-5 12 2 16,7 15 0-16,1-1-3 15,-1-2-1-15,1-8-1 16,-5-16 5-16,-4-6 7 16,-2-21 9-16,3-4 2 15,-6-26-4-15,5-9-7 16,-2-14-10-16,-5-7-4 0,-2 5 0 16,2 2 0-16,1 8 1 0,1 9 4 0,0 11-1 15,1 11-1-15,-1 5 1 0,2 5-4 16,1 5 0-16,3 4 1 0,-3 5-3 15,4 8 3-15,1 5 2 0,-1 4-3 16,4 6 4-16,-4-2-1 0,4 4-3 16,-5-1 0-16,3 1 3 0,-8-7-3 15,7-2 1-15,-5-4 0 0,3-1-24 16,-3-4-31-16,0-2 33 0</inkml:trace>
  <inkml:trace contextRef="#ctx0" brushRef="#br0" timeOffset="8024.46">31902 10704 1840 0,'-3'-1'40'0,"3"1"-40"0,5 16-7 0,2 7 1 0,2 23 2 16,0 13 4-16,3 16 1 15,-4 7 1-15,5-8 0 16,1-10 1-16,-1-20 4 15,5-13 2-15,3-20 4 16,0-11 0-16,18-24-4 16,0-15-22-16,14-18 8 15</inkml:trace>
  <inkml:trace contextRef="#ctx0" brushRef="#br0" timeOffset="8490.91">31665 11781 1587 0,'-25'1'42'0,"-5"11"-20"16,-9 6-19-16,-2 15-1 16,1 3 1-16,4 6 0 15,3 0 1-15,18-3 1 16,6-4 4-16,23-8-1 0,11-3-2 15,16-2-2-15,9-4 0 16,3 3 2-16,-7-3 4 16,-10-1 4-16,-10-4 6 15,-14-1 16-15,-12-1 3 16,-21 4 1-16,-6-2-8 16,-17 8-17-16,-2-3-2 15,2-9-8-15,3-7-19 0,6-13 71 16,8-17-49-16</inkml:trace>
  <inkml:trace contextRef="#ctx0" brushRef="#br0" timeOffset="8766.81">31679 11793 1543 0,'7'34'34'0,"10"19"-30"15,7 7 2-15,10 4 11 16,5 1 5-16,-4-17 13 16,-2-6 3-16,-8-11 0 15,1-5-2-15,-2-16-10 16,1-5-3-16,1-23 2 16,-1-12 2-16,-2-29-1 15,-4-16-5-15,-8-19-11 16,-2-2-8-16,-2 13-52 0,-4 14-13 15,-3 35 28-15</inkml:trace>
  <inkml:trace contextRef="#ctx0" brushRef="#br0" timeOffset="9168.82">32196 12231 1419 0,'3'-3'104'0,"2"0"96"15,-1-6-134-15,5-11-34 16,3-8-8-16,2-19-16 16,2-4-2-16,-5-15-6 15,-4-7 0-15,4-8-1 16,-8-2 0-16,1 19 2 16,5 16 1-16,-9 24-1 15,0 22-1-15,14 7 0 0,-2 20 2 16,10 28 5-16,4 11 0 15,4 10 1-15,-5-5-2 16,-2-21 1-16,-2-9 2 16,-5-24 6-16,-2-6 3 15,-5-20-3-15,4-13-2 16,-1-16-5-16,2-17-7 0,-2-17-1 16,-3-8 0-16,4-5-4 0,-1 6 2 15,5 13 1-15,1 19-2 0,-2 14 3 0,-1 10 0 16,-3 16-4-16,0 6 1 0,-1 11 0 15,4 5-3-15,0 9 4 0,-3 7 3 16,1 7 1-16,-4 6 4 0,-1 6 0 16,-1 3-3-16,-1 0 0 0,-3-2-48 15,-1-2 31-15</inkml:trace>
  <inkml:trace contextRef="#ctx0" brushRef="#br0" timeOffset="94518.35">28276 9634 586 0,'-3'4'120'0,"2"-4"146"0,-2 0-127 0,-2-7-34 0,1-2-5 0,-2-9-12 16,-5-5-25-16,-2-14-36 15,2-5-10-15,-1-11-6 16,3-4 0-16,2-7 0 16,-2-5-1-16,4-8-1 15,2-5-1-15,9-10-4 16,0-2 1-16,12-2-2 16,-1 7 0-16,11 9-1 15,7 2 0-15,1 4-1 16,7-1 0-16,5 15 3 15,-1 2 5-15,17 13 2 0,2 6 0 16,-1 4-5-16,-1 2-2 0,-4 14-4 16,-1 2 1-16,-1 1 1 0,5 7-2 15,-15-3 0-15,0 3 2 0,-4 0-3 16,-10 0 1-16,-4-3 2 0,-4 1-2 16,-8 4 0-16,-2-1 1 0,-7 4-1 15,0 4 0-15,-4 0 1 0,-5 0-3 16,0 3 2-16,-9-8 2 0,0 1-2 15,-5-5 4-15,-2 1 0 0,-2 1-4 0,-5-2 1 16,-1-3 1-16,-1-2-2 0,-2 4 0 16,1-7 3-16,1 4-3 0,2-1 0 15,-2 2 2-15,4 3-3 0,-5 0 1 16,-1 2 1-16,2 4-1 0,-1 1-1 16,-1-1 2-16,9 3-2 0,-1 0 1 15,1 0 1-15,1 0-1 0,4 0-1 16,4 0 2-16,4-1-1 0,2-4 0 15,-1 2 1-15,4-3-1 0,4 2 0 16,7 1 1-16,4 0-1 0,4 3-1 0,5 0 2 16,2 0-1-16,13 1-1 0,3 1 2 15,0 1-1-15,3-3 0 0,-6 1 0 16,4-1 0-16,2-1 0 0,-6 1 0 16,-3-5 0-16,-10 5 0 0,-8-1 0 15,3 1 0-15,-5 0 0 0,-4 3 0 16,-1 0 0-16,-8 3-2 0,1 1 0 15,-4 2-3-15,-3 8 1 0,-1 1 3 0,-5 3 0 16,-5 6 1-16,-2 6 0 16,-2 1-1-16,-3 2 1 0,0 2 0 0,0-4 0 15,-3 1 0-15,0-1 1 0,-2 1-3 16,7-1 2-16,-2 1 0 0,4-10 0 16,1-1 0-16,1-4 1 0,4-2-1 15,2-6 0-15,0-3 1 0,5 0-2 16,-1-9 3-16,1 0 2 0,1-3-2 15,-2-3 3-15,1-2 3 0,2-5-3 16,-2-10 0-16,-1-2 0 0,-2-8-5 0,-1-6 2 16,7-2 1-16,1-2-3 0,-3-4 1 15,3 1 1-15,-2-1-2 0,-1 2 0 16,3 3 2-16,0 6-3 0,0 3 1 16,5 6 1-16,-5 5-2 0,4 5 1 15,-1 8 1-15,-3 3-2 0,0 6-1 16,0 0 2-16,0 0-4 0,0 6 1 15,3-1 2-15,-3 4-3 0,0 0 1 16,-3 3-13-16,0 1-99 0,-1-1 79 0</inkml:trace>
  <inkml:trace contextRef="#ctx0" brushRef="#br0" timeOffset="97447.81">30131 7366 694 0,'-6'-16'105'0,"-6"-1"83"0,-9 4-88 0,-9 3-41 0,-4 2-20 16,-1 7 2-16,-5 7-9 15,-2 10-7-15,3 14-9 16,1 10-7-16,2 23-3 16,6 11 0-16,0 16-2 15,9 3 8-15,20 4 15 16,2-7 2-16,25-21 5 15,7-12-4-15,10-31-12 16,8-17-1-16,-1-26-2 16,1-10-3-16,-12-15-2 15,-6-3 0-15,-18-6-3 16,-8-1 0-16,-10 5-2 0,-6-1 0 16,-3 15-2-16,-1 11 2 0,-1 4-4 15,1 9 0-15,1 4 2 0,3 4-5 16,-5 2 1-16,7 2 1 0,-2 3-3 15,4-1 3-15,4-1 0 0,-2 2 0 16,3-6 0-16,0 3 4 0,4 2-3 0,5-4 3 16,5 1 0-16,7-2-2 15,4-2 0-15,5-2 0 0,2-2-11 0,-4-2-112 16,7 2 85-16</inkml:trace>
  <inkml:trace contextRef="#ctx0" brushRef="#br0" timeOffset="97757.02">30373 7444 1108 0,'-2'-9'89'0,"2"2"129"0,5 5-217 16,4 11-3-16,0 5 2 0,7 13 2 15,1 7 2-15,-2 11-2 16,-2 0 0-16,-5-1-1 15,-4-5 0-15,-1-11 1 16,-3-7 1-16,-3-12 13 16,3-9 12-16,-1 0 18 15,-2-3 8-15,-2-16-7 0,5-10-12 16,0-19-19-16,8-12-9 16,2-1-4-16,4 5-1 15,1 19-2-15,-2 11 0 16,1 22-3-16,4 7-2 15,-2 9-14-15,2 6-36 0,-1-5 33 16</inkml:trace>
  <inkml:trace contextRef="#ctx0" brushRef="#br0" timeOffset="98052.4">30665 7585 751 0,'5'0'91'15,"2"5"162"-15,8-5-206 16,2 0 10-16,5-3 4 16,-1-8-4-16,3-1-24 15,-4-1-12-15,-4-4-15 16,-4 4-1-16,-10-4-12 16,-4-1-1-16,-11 3 0 0,-4 2 1 15,-4 8 9-15,5 8-1 16,1 12 0-16,-5 5-1 15,7 11 5-15,1 7 3 16,10 1 7-16,7 1 1 16,7-5-2-16,6-5-1 15,3-9-5-15,-3-5-4 16,0-4-4-16,1-3-41 0,-5-4 29 0</inkml:trace>
  <inkml:trace contextRef="#ctx0" brushRef="#br0" timeOffset="98389.03">30893 7557 1253 0,'-7'-6'85'0,"2"3"111"0,4 3-196 16,5 7-1 0,5-2 1-16,5 1 3 0,-1-3 3 15,8-3 1-15,0-3 1 16,-7-6-1-16,-1-3 1 15,-13-3-2-15,-1-5 0 16,-11-2 0-16,-5-1 0 16,-1 10-3-16,2-4-1 15,2 17-6-15,7 2-4 0,1 14 0 16,-2 7 1-16,7 11 3 16,1 7 2-16,1-1 1 15,4 2 1 1,4-7 0-16,-6-8 1 0,6-11 1 15,9 1-2-15,3-7-17 0,3 1 13 16</inkml:trace>
  <inkml:trace contextRef="#ctx0" brushRef="#br0" timeOffset="98713.24">31088 7402 1545 0,'-4'-1'33'0,"2"2"-35"15,2 4-7-15,6 14 2 16,3-1 1-16,5 15 5 16,2 3 1-16,-2 2 0 15,1-4 1-15,-5-5 1 16,-2-5 0-16,-7-17 3 0,-1-7 3 16,3 2 6-16,-3-10 2 15,0-11-2-15,-3-10-2 16,6-19-7-16,2-4-1 15,4 1-3-15,0 12 0 16,3 16-3-16,-3 13-1 16,4 14-3-16,4 8-1 15,4 17 2-15,-3 1 1 0,-5-2 4 16,-1 1 0-16,-7-7 0 0,2-1 2 16,-1-3-6-16,-1 0-21 0,-2-1 17 15</inkml:trace>
  <inkml:trace contextRef="#ctx0" brushRef="#br0" timeOffset="99283.99">31578 7112 459 0,'9'30'11'0,"5"22"-8"0,-1 10-2 0,4 14-1 16,-1 0 2-16,-1-7 3 15,2-7 0-15,-4-16 47 16,2-11 37-16,-13-20 78 15,-2-12 44-15,0-2 7 16,3 7-31-16,-2-22-70 16,-1-11-45-16,5-19-52 15,7-10-9-15,1-3-6 16,5 8-1-16,3 17-3 0,2 17-1 16,1 17-3-16,-2 7-1 15,2 15 0-15,-1-2 0 16,-5 11 2-16,-2 2 0 15,-2-7 1-15,-5 1 3 0,3-11-3 16,-3-2 1-16,-5-2-19 0,5-2-273 16,-4-8 206-16</inkml:trace>
  <inkml:trace contextRef="#ctx0" brushRef="#br0" timeOffset="99530.92">32187 7339 1171 0,'-3'6'93'16,"3"3"167"-16,-4 11-264 16,7 7 2-16,-6 3 2 15,1 1 0-15,2-2 2 16,0-8-1-16,0-8 3 0,-4-2 5 16,-4-8 18-16,-8-3 10 15,-2-12 11 1,-5-5-1-16,2-10-14 0,3-4-10 15,6-8-17-15,11 4-13 16,10 5-145-16,9 6 106 16</inkml:trace>
  <inkml:trace contextRef="#ctx0" brushRef="#br0" timeOffset="99813.6">32259 7268 1374 0,'0'3'48'0,"0"6"25"0,5 6-75 16,-1 4 1-16,2 11 2 16,3-5 1-16,3 2 1 15,-3-4 0-15,0-11 2 16,0-5 2-16,3-8 3 16,2-5 4-16,2-8-2 15,-2-10-2-15,-5-6-2 16,-2 2-4-16,-2 4-2 15,-1 6-2-15,5 15-4 16,3 6 0-16,2 14-1 16,2 2 2-16,2 5 1 15,0 1 2-15,-3-7 0 16,-1-4 0-16,-8-7 0 0,1-1-4 16,-2-3-38-16,2 2 27 0</inkml:trace>
  <inkml:trace contextRef="#ctx0" brushRef="#br0" timeOffset="100073.06">32679 7121 1567 0,'-9'0'37'16,"-3"0"-34"-16,-1 1-3 16,1 10-4-16,3 4 1 0,9 9 2 15,3 7 1-15,10 7 2 16,4 1 1-16,-1-5-1 15,-1-4 1-15,-6-8-1 16,-1-5-1-16,-4-4 0 16,-4-1 0-16,-4 6-1 15,-4 3 0-15,-5 3 0 16,-4 0-1-16,2-9 1 16</inkml:trace>
  <inkml:trace contextRef="#ctx0" brushRef="#br0" timeOffset="100368.9">32760 7359 1461 0,'14'-11'36'16,"4"-5"-22"-16,10-5-10 16,2-6-3-16,0-7-10 15,-3-1-18-15,-6 5-39 0,-6 6-3 16,-9 15-21-16,-6 8 19 15,-10 5 52-15,-8 8 11 16,-8 11 52-16,-1 7 14 16,-1 9 5-16,1 3 8 15,9 1-6-15,4-4-9 16,14-12-14-16,6-5-9 16,20-7-15-16,8-9-3 15,10-6-8-15,8-4-35 0,7-19 21 16</inkml:trace>
  <inkml:trace contextRef="#ctx0" brushRef="#br0" timeOffset="100848.49">33300 7594 1447 0,'0'0'48'0,"0"0"-5"16,0 0-34-16,0 0-15 0,3 0-67 0,-1 0 51 15</inkml:trace>
  <inkml:trace contextRef="#ctx0" brushRef="#br0" timeOffset="100969.14">33507 7555 855 0,'0'0'75'16,"0"0"111"-16,0 0-177 0,0 0-2 15,0-4-71-15,5-1 47 16</inkml:trace>
  <inkml:trace contextRef="#ctx0" brushRef="#br0" timeOffset="101107.1">33618 7527 1495 0,'-12'9'25'16,"0"0"-18"-16</inkml:trace>
  <inkml:trace contextRef="#ctx0" brushRef="#br0" timeOffset="102791.13">30437 8500 356 0,'-9'14'4'0,"5"7"-4"0,1 0 0 16,3 1 27-16,0-1 15 0,3-3 10 16,4-1-4-16,4-4-12 15,5 4-20-15</inkml:trace>
  <inkml:trace contextRef="#ctx0" brushRef="#br0" timeOffset="103036.03">30826 8659 1228 0,'-18'9'30'0,"0"1"-19"16,-6 2-5-16,4 2 28 15,-5-1 14-15,-5 2 11 16,-3-1 0-16,-2-1-26 0,1 1-13 15,-2 2-11-15,-2 2-3 16,-1-7-3-16,-4 8 0 16,7-7-3-16,1 0-2 15,20 2 1-15</inkml:trace>
  <inkml:trace contextRef="#ctx0" brushRef="#br0" timeOffset="103293.47">30649 8415 1425 0,'-18'0'33'0,"0"3"-26"15,-6-3-3-15,0 4-2 16,-5 1 1-16,2-1-1 15,-3 1 0-15,-3-1-1 16,6 4-1-16,0 5-2 16,-1-1-48-16,11 3 34 15</inkml:trace>
  <inkml:trace contextRef="#ctx0" brushRef="#br0" timeOffset="103705.64">30904 8389 1191 0,'0'-4'32'0,"0"2"-21"16,3 2-11-16,0 9-10 16,3 3-4-16,7 15 1 15,8 8 1-15,2 10 6 16,2 4 2-16,-4-1 1 16,-7-4 2-16,-7-12 6 15,-7-5 12-15,-4-13 55 16,-4-5 19-16,-5-9 26 15,4-2 3-15,-8-14-38 16,1-7-16-16,2-11-27 16,-4-11-12-16,11 2-14 15,7-1-4-15,7 13-5 16,10 5-4-16,-2 10-1 16,9 5-3-16,-2 5-8 0,4 5-35 15,8 1-99-15,4 0 89 0</inkml:trace>
  <inkml:trace contextRef="#ctx0" brushRef="#br0" timeOffset="104045.62">31274 8275 1594 0,'-9'-10'38'0,"5"4"-34"15,-1 1-2-15,8 7-3 16,-1 5-2-16,11 11-1 15,4 8 1-15,5 17 2 16,8 10 0-16,-4 5 1 16,-1-2 1-16,-7-13 0 15,-6-7 0-15,-7-15 0 16,-5-7 1-16,0-10 3 16,-2-4 4-16,-4-1 16 15,6-11 1-15,-4-15 3 16,4-12-3-16,0-17-13 0,0-5-3 15,7 1-4-15,2 6-4 16,9 18-1-16,-3 7-1 16,0 19-2-16,-3 2-3 0,-3 8 3 15,4 8-5-15,-8 5-22 0,11 8-39 16,2 2 38-16</inkml:trace>
  <inkml:trace contextRef="#ctx0" brushRef="#br0" timeOffset="104293.79">31881 8601 1560 0,'-4'3'36'0,"1"3"-28"0,-3 0-4 0,3 7-37 0,1-4 26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1-22T07:17:29.4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9934 5531 1375 0,'0'0'100'0,"5"-4"129"0,4-5-207 0,7-17-11 15,7-8 1-15,2-19-3 16,5-7-2-16,-4 3 0 16,-1 3-1-16,-7 18-1 15,-6 9 0-15,-7 17-1 16,-5 8-2-16,0 2-2 16,12 5-1-16,-2 17-2 0,2 11 1 15,2 20 2-15,-1 10 0 16,-4 10 1-16,-6 5 0 15,0-4 2-15,2-10 1 16,-4-11-1-16,7-7 1 16,-4-23 2-16,1-5 3 15,-5-15 3-15,4-2 0 0,1-2 4 16,-5-4-5-16,9-4 1 0,4-3 0 16,-1-6-6-16,6-3 1 0,3-4 0 15,-3-2-3-15,3-3 2 0,-3-5 0 0,-1 1-2 16,1-7 2-16,-3 1 1 0,-2-4-1 15,-4 1 1-15,-7-1 3 0,-11 2 0 16,-6-4 2-16,-5 1 3 0,-4-2-5 16,-4-4-3-16,-11 3 0 0,-3 2-4 15,-2 1 1-15,5 3 1 0,8 10-4 16,2 7-1-16,2 13 0 0,5 12-4 0,-2 4 1 16,1 14 3-16,1 11-3 0,-11 10 2 15,-2 13 1-15,-8 13 0 0,-1 11 0 16,2 11 2-16,6 3-3 0,6-7 0 15,12-8 2-15,-6-8-3 0,15-11 2 16,3-7 0-16,-4-4-2 0,14-9 1 16,8-1 0-16,5-2-5 0,14-3 1 15,13-6 0-15,7-8-5 0,13-7-8 16,10-10-26-16,11-23-65 0,2-17 64 0</inkml:trace>
  <inkml:trace contextRef="#ctx0" brushRef="#br0" timeOffset="1017.02">10641 12220 1134 0,'0'-18'107'0,"1"-1"64"0,4-7-65 0,7-2-69 16,1-2-16-16,13 4-11 15,4 5-1-15,4 5-2 16,5 7-1-16,0 9 2 16,-4 7-2-16,-10 16 2 15,-7 7 3-15,-13 21 0 16,-5 4 2-16,-14 11 2 15,-4 3-1-15,-7-12 1 16,-1 2 0-16,5-14-2 16,3-8-2-16,12-14-3 15,3-2-1-15,11-14-4 16,5-1 1-16,14-6-1 16,11-6-1-16,-2-6-1 0,10-13 0 15,-14-2 3-15,2-6-3 0,-4-3 3 0,-4-11 2 16,-2-5-2-16,-9-4 1 0,1-8 1 15,-11 1-5-15,-2 1 2 0,-6 2 1 16,-6 3-4-16,-14 2 2 0,2-2 1 16,-12 0-3-16,-1 1 1 0,4 5 1 15,-5 8 1-15,7 10 3 0,-5 13 5 16,-2 13-4-16,-4 7 0 0,-12 12-3 0,-1 22-4 16,-13 11-1-16,-4 15 1 0,0 12-1 15,12 2 0-15,6 4 1 0,9 1-1 16,15 5 1-16,5 2 2 0,14-2-3 15,8-2 0-15,3-7 2 0,3-6-3 16,3-3 3-16,2-6 2 0,8-4-4 16,7-4 1-16,4-7 1 0,16-5-3 15,2-8-2-15,8-16 1 0,10-16-5 16,7-24 1-16,13-21-11 0,14-19-60 16,19-21 51-16</inkml:trace>
  <inkml:trace contextRef="#ctx0" brushRef="#br0" timeOffset="2258.23">28927 5440 1306 0,'26'-14'41'0,"5"-5"-7"0,7-4-12 0,5-2-6 0,1 4 0 15,-5 3-5-15,3 7-1 16,-11 7-2-16,-2 4-1 15,-5 13 1-15,1 4 0 16,-11 11-11-16,-7 10-9 16,-19-1-1-16,-10 7 3 15,-14-5 24-15,-5 0 19 16,-2-9 15-16,4-6 0 16,16-9-5-16,5-6-11 15,18-5-13-15,11-1-5 0,13 0-5 16,10 0-2-16,7 5-2 15,2-2 0-15,-5 1-5 16,-8 2 2-16,-12 0-3 0,-9 3 0 16,-9-1 1-16,-2 5 0 0,-14 4 0 15,-5 4 3-15,0 4-3 0,-9-1 2 16,1 2 2-16,1-1-4 0,-7-4 1 16,10 2 2-16,-1-4-3 0,7-1 1 15,4 0 1-15,4-6-2 0,-1-3 0 0,0 0 2 16,3-3-2-16,5-5 0 0,-1 1 3 15,5-5-2-15,-1 3 1 0,1-3 2 16,1-3-3-16,7-2 3 0,2 1 1 16,7-5-3-16,8-3 0 0,7-5 2 15,1-1-4-15,6-3 0 0,0 1 2 16,0-3-1-16,3-2 2 0,-2-1 3 16,-1-4-4-16,-4 0-1 0,4-1 1 15,-10-2-2-15,6 0 0 0,-5-3 4 16,-2-2-3-16,-5-2 2 0,-7-5 1 0,-7-2-4 15,-7-5 1-15,-2-4 3 0,-9-1-4 16,-6-7 2-16,-6 5 3 0,-12 5-1 16,1 12 7-16,-5 15 0 0,6 11-4 15,-2 8-3-15,-6 11-3 0,4 9-3 16,-5 11 1-16,-2 2 2 0,-2 10-3 16,1-1 2-16,1 5 0 0,6 5-1 15,-2 1 0-15,8 9 1 0,-6 6-2 0,-6 6 1 16,-1 7 1-16,-5 8-1 0,6 9 0 15,6 2 2-15,6-2-2 0,9-11 1 16,3-12 1-16,6-16-3 0,4-7 2 16,4-10 0-16,4-13-4 0,0-6 3 15,12-6 0-15,4-6-1 0,14-6 2 16,15-12 0-16,18-10-15 0,17-14-60 16,10-21 49-16</inkml:trace>
  <inkml:trace contextRef="#ctx0" brushRef="#br0" timeOffset="7699.33">29187 12087 808 0,'-26'-5'70'0,"5"1"50"0,3-1 14 0,9 5-23 0,8-4-10 0,11 1-33 15,8 1-28-15,24-2-28 16,9 2-2-16,20 1-4 15,14 1-2-15,27 4-2 16,10 1-1-16,-2-2-6 16,-5-3 0-16,-23-3-1 15,-11-3 3-15,-12-2 9 16,-3-1 2-16,-12 5 4 16,-6-4-2-16,-18 7 1 15,-11 1-1-15,-11 0 3 16,-5 0 0-16,-3 0 7 15,-3 0 5-15,-2 0-1 0,1-3-1 16,-4-2-5-16,-7-2-9 0,-4-2-1 0,-8-5-1 16,-3 1-3-16,4-8 2 15,-1 3 0-15,8 1-3 0,-1 4 0 0,5 4 2 16,6 0-4-16,0 3 1 0,8 1 1 16,1 4-3-16,0 1 0 0,-3 0 0 15,3-3-2-15,0 3 0 0,0 0 2 16,0 0-4-16,0 0 3 0,4-2 1 15,5 2-4-15,-1 2 3 0,5 1 0 16,5-2-3-16,6 2 2 0,2 0 2 16,1 2-2-16,3 4 1 0,-8-3 1 15,4 1-2-15,-4 2 1 0,-10 0 1 16,0-1-3-16,-3 1 2 0,-7-6 0 0,1 3-5 16,-3-2 3-16,0-1 2 0,0 3-3 15,-3 2 4-15,1-1 1 0,-2 2-3 16,-4 5 2-16,-1-1 0 0,0 5-1 15,-3 3 1-15,3 0 0 0,-4 2-3 16,-4 1 3-16,4-5 1 0,-1 2-2 16,5 0 1-16,-3-3 3 0,0 2-4 15,3-2 2-15,-4-5 2 0,5-5-2 0,-1-4 3 16,0-2 2-16,5-2-2 0,-1 0 5 16,4-2 7-16,-2-5 1 0,-9-2 7 15,10-3 2-15,-2-3-7 0,-4 0-2 16,13-3-3-16,-7 1-7 0,2-5 1 15,-3 1-1-15,3 0-4 0,0 0 0 16,5 6 1-16,-2-5-4 0,-2 5 0 16,-1 3 2-16,3 2-3 0,-1 2 1 15,-2-1 2-15,-2 0-3 0,-1 2 2 16,3-2 0-16,3 1-2 0,-3-1 1 16,0 3 0-16,0 2-2 0,-7 1 0 0,7 0 2 15,0 1-4-15,0 2 1 0,0 0 1 16,0 0-4-16,0 2 1 0,4 1 3 15,-4-3-3-15,8 1 4 0,-8 2 1 16,0-3-4-16,6 8-7 0,-3-7-46 16,4 2-214-16,-2-3 175 0</inkml:trace>
  <inkml:trace contextRef="#ctx0" brushRef="#br0" timeOffset="8367.42">30421 12004 718 0,'0'0'100'0,"0"0"133"0,3 0-14 0,9-9-55 0,3-6-30 0,18-16-91 0,13-11-26 0,23-8-8 15,6-5-2-15,23-1-3 16,2 1 1-16,8-2-4 0,5 0-1 16,-7-3 0-16,-1-3 0 15,-12 7 0-15,-6 4 1 16,-21 16 2-16,-12 8 2 15,-30 13 0-15,-8 7 2 16,-13 4 1-16,-3 1-2 16,-7 1-1-16,2-2-1 15,-4 1-2-15,0 1 1 16,-3-1-2-16,0-1 2 0,6 1-3 0,-1 0 1 16,2 0 1-16,-4-2-3 15,0 1 1-15,2-1 2 0,-4 1-3 0,8-1 1 16,-1 5 2-16,4-3-2 0,-2 3 0 15,2-1 1-15,0 1-3 0,2-2 2 16,-2 2 0-16,-5 0-1 0,5 0 0 16,0 0 1-16,0 0-2 0,3-1-1 0,-1-1-2 15,2 1-94-15,8-4 71 16</inkml:trace>
  <inkml:trace contextRef="#ctx0" brushRef="#br0" timeOffset="8926.99">31805 10848 1303 0,'12'-31'54'0,"6"-5"0"0,1-2-22 0,1 4-13 0,-5 11-8 15,-2 10-1-15,-5 10-9 16,-2 6-3-16,-2 10-5 16,-1 13-1-16,-3 16-1 15,0 10 1-15,-3 10 2 16,2 1-1-16,-2-6 6 15,3-6 1-15,3-15 2 16,1-6 2-16,2-14 2 16,3-4 4-16,3-7 11 15,9-10 4-15,5-11 6 16,1-14 4-16,3-26 7 0,-3-13 5 16,-11-6-5-16,-2-1-2 0,-14 8-15 15,-2 14-9-15,-10 0-6 0,2 9-1 16,-5 2-9-16,0 8-1 0,0 7-3 15,-3 10-2-15,-8 4 3 0,4 7 2 16,-4 5-1-16,5 2 0 0,3 5-1 16,2 8-4-16,-2 4-1 0,-3 10 1 15,-5 12-6-15,-4 7-1 0,3 10 3 0,2 7-1 16,8 1 6-16,2 4 6 0,6-8-3 16,6-9 3-16,8-11 0 0,8-11-3 15,13-7 2-15,7-7 2 0,7-4 1 16,14-7 3-16,8-8-26 0,4-17 16 15</inkml:trace>
  <inkml:trace contextRef="#ctx0" brushRef="#br0" timeOffset="9342.94">30550 12013 1330 0,'0'0'34'0,"0"5"-17"0,4-2-2 0,13 10-12 16,8 1-5-16,31 8-20 0,13 8 13 15,34 3 10-15,23-1 9 16,15 1 15-16,3-6-11 15,-15-9-2-15,-21-2 0 16,-14-8 4-16,-13-4 0 16,-19 1-1-16,-10-8-46 15,-23-9 22-15</inkml:trace>
  <inkml:trace contextRef="#ctx0" brushRef="#br0" timeOffset="9735.6">31808 12052 1266 0,'0'0'74'0,"3"-3"32"15,7-3-62-15,10-6-7 16,8-6-20-16,10-6-4 15,5 0-4-15,5 3-4 16,-4 17-2-16,-2 4-4 16,-15 25-5-16,-3 5-1 15,-18 23 2-15,-6 2 2 16,-18 10 3-16,-5 8 2 16,-5-4 2-16,2-7 0 0,4-14 3 15,1-11 1-15,12-20 4 16,9-4 7-16,12-16 6 15,9-3 1-15,18-15-4 16,13-7-9-16,5 1-6 16,-1-3-5-16,-8 7 3 0,-9 5-5 15,-5 6-5-15,1 8-25 0,-14-5 17 16</inkml:trace>
  <inkml:trace contextRef="#ctx0" brushRef="#br0" timeOffset="10216.02">30220 12294 1134 0,'-20'-5'36'0,"2"5"-8"0,11 2-5 0,-4 7 9 0,8 6 2 0,17 19 2 16,11 7-1-16,31 17-11 16,13 7-2-16,12 4-12 15,-3-3-9-15,-3-3-31 16,-3-5-42-16,1-3-24 16,10 4 18-16,10 7 57 15,10-2 51-15,2 5 60 16,-1-7-7-16,-26-8-25 15,-14-6-9-15,-25-18-28 16,-15-12-21-16,-22-26 2 16</inkml:trace>
  <inkml:trace contextRef="#ctx0" brushRef="#br0" timeOffset="11013.45">31346 13052 959 0,'9'0'122'16,"8"-7"79"-16,10 1-98 15,3-2-40-15,4 4-44 0,-4 4-8 16,-3 4-7-16,-2 8-2 15,-4 5 0-15,0 5-1 16,-7 4-1-16,-5-1-2 16,-6-2 0-16,-6-1 1 15,-6 2 3-15,0 3 2 16,-12 5 1-16,0 1-1 16,3-3-1-16,0-3 0 15,10-9 3-15,4-3 3 16,8-11 5-16,5 1 1 0,3-4 0 15,9 4-3-15,6-2-7 16,6 0 3-16,-1 1-8 0,-2 2 2 16,-3 2 1-16,-3 1-4 0,-6 3 1 15,0 1 0-15,-6-1-1 0,-8 2 1 16,1-1 1-16,-5-1-1 0,-5 2 3 16,-2 1 4-16,-2 1 1 0,-5 1 5 15,-2-4 4-15,-2 4-2 0,-3-5 2 16,-5 1 1-16,-1 1-2 0,2-7 0 0,2 4-2 15,7-4-6-15,7-2-2 0,4-1-1 16,2-4-4-16,-1 2 0 16,4-2 1-16,-2 0-2 0,-1 0 1 0,2-2 3 15,1 2-3-15,0 0 2 0,4-3 3 16,2-1-4-16,-1-7 4 0,7-2 1 16,0-4-1-16,1-8 5 0,10-5 1 15,2-8 0-15,8-7 0 0,-1-7-1 0,-2-8-5 16,0-9-2-16,-8-5 1 0,-2-2-5 15,-14 4 2-15,-3 7 2 0,-8 11-3 16,-10 9 2-16,-3 8 1 0,-4 5 0 16,-7 8 0-16,7 3 1 0,-4 3-3 15,-4 6 1-15,5-1 1 0,-7 4-3 16,2-1 2-16,-4 1 0 0,-1 3-3 16,-3 3 0-16,-4 3 0 0,-2 7-5 15,-4 5 3-15,6 7 1 0,3 5-4 0,5 8 1 16,4 7 1-16,6 7-5 0,0 11 2 15,10 8 0-15,2 7-3 0,12 1 1 16,5 1 1-16,2-8-2 0,10-9 4 16,-1-8 3-16,2-10-2 0,0-4 2 15,0-10 1-15,3-5-2 0,5-5 3 16,5-9 3-16,10-3-1 0,4-8 5 16,10-10 1-16,7-7-3 0,5-8-3 15,6-6-71-15,4-12 47 0</inkml:trace>
  <inkml:trace contextRef="#ctx0" brushRef="#br0" timeOffset="11548.03">32045 11784 814 0,'-32'6'106'0,"-1"1"114"0,-4 7-140 0,-4 4-55 0,-1 10-11 0,-1 17 7 16,2 15 1-16,13 33-2 16,11 17-2-16,23 20-18 15,12 7-1-15,23-13 10 16,5-7 7-16,16-36 18 16,2-17 7-16,10-37 11 15,7-21 2-15,22-28-1 16,19-19-5-16,7-36-14 15,-5-18-3-15,-28-25-3 16,-22-13 2-16,-44-5 4 16,-20 1-2-16,-43 14-7 15,-13 8-4-15,-19 32-14 0,-10 14-1 16,-1 27-5-16,-11 15 0 0,-5 14 0 16,2 10-1-16,5 7 0 0,11 10 0 15,5 7-4-15,9 12-5 0,0 7-191 16,-4 4 140-16</inkml:trace>
  <inkml:trace contextRef="#ctx0" brushRef="#br0" timeOffset="71143.5">5837 16782 1146 0,'0'-5'47'0,"0"1"5"0,-3-1-6 0,3 1-5 0,0-1 1 0,0 5-3 16,3 0-8-16,-3 0-12 16,2 5-1-16,-2 4-1 15,-2 3 1-15,-1 6 3 16,-1 4 1-16,-1-1 3 15,1 0-1-15,-1-3-2 16,1 0-2-16,4-5-5 16,0-1-3-16,0-4-5 15,9-4-1-15,9-8-1 16,7-10 0-16,17-19 0 16,6-12-1-16,24-20-2 15,15-10-2-15,8 1-42 0,17-4 30 16</inkml:trace>
  <inkml:trace contextRef="#ctx0" brushRef="#br0" timeOffset="71763.7">5324 16203 1330 0,'-3'0'61'0,"-1"1"18"0,-7 7-53 15,-1 1-12-15,-4 7-8 16,2 2-1-16,5 3-1 16,2-3 3-16,7-4 5 15,3-2-1-15,9-12 9 16,12-8 3-16,18-23 1 16,15-20 2-16,49-36-14 15,11-21-5-15</inkml:trace>
  <inkml:trace contextRef="#ctx0" brushRef="#br0" timeOffset="112753.61">29825 3376 1419 0,'5'12'41'0,"5"6"-15"0,13 15-26 0,4 8-1 0,6 8 1 15,-3-1 2-15,-9-10 5 16,-2-4 1-16,-5-11 0 16,-4-5 0-16,-5-6 6 15,-5-12 18-15,0 1 36 16,-3-1 6-16,-6-21 5 16,-3-12-16-16,-11-22-29 15,5-14-9-15,-10-15-8 16,5 0-4-16,2-2-4 15,11 4-1-15,11 9 2 16,11-1-3-16,9 10-1 16,3-1 2-16,-3 17-7 0,5 2 3 15,-1 11-5-15,-2 1 1 0,2 2 1 16,-2 7-3-16,-7 4 1 0,8 7-1 16,-9 2-4-16,6 12 1 0,2 0 2 15,2 12-4-15,10 6 4 0,-2 8 3 16,-2 4-3-16,-5 6 3 0,-10 1 0 15,-7 2-1-15,-7-4 0 0,-11-4 2 16,-5 2-2-16,-8-7 1 0,-11-1 4 0,1-7-2 16,-1-4 2-16,-6-5 2 0,8-5-5 15,-2-4 3-15,1-1 1 0,7-2-3 16,7-3 2-16,0 3-1 0,7-2-3 16,5 5 0-16,3 0 0 0,3 0-5 15,0 0 2-15,3 0 0 0,2 5-3 16,2 4 3-16,11 7 3 0,5 1-3 15,5 10 2-15,5-2 2 0,2 1-2 16,2 1 0-16,2-2 3 0,9-4-3 16,-6 0 1-16,2 1 3 0,4-8-3 0,-5 4 1 15,1-5 3-15,-7-1-41 0,2 2 93 16,-12-10-52-16</inkml:trace>
  <inkml:trace contextRef="#ctx0" brushRef="#br0" timeOffset="113185.86">30722 3646 1525 0,'3'9'52'0,"3"3"11"0,14-3-42 0,-5-3 5 0,4-10 6 15,4-11 2-15,-5-23-1 16,-2-8-4-16,-7-22-6 15,-9-8-3-15,-4-16-13 16,-8-5-3-16,-3-3-2 16,-2-4 0-16,8 22 0 15,2 13 0-15,7 31 0 16,0 16-2-16,4 17 0 16,5 10-2-16,12 20-1 15,8 16 2-15,11 28 1 16,4 18 1-16,7 10 0 15,1-1 1-15,-5-23 1 0,1-10-2 16,-14-27 0-16,-8-9 2 0,-8-6 0 16,-3-7 8-16,-6-8 8 0,0-5 4 15,-3-2 5-15,0-11 5 0,0-11-3 0,-2-7 2 16,1-15-5-16,-1-13-11 0,1-14-4 16,-5-10-5-16,3-10-4 0,-3-5 0 15,0-4 0-15,0 2-3 0,-3 12 0 16,1 15-1-16,-1 26-19 0,3 22-33 15,0 21-70-15,0 6-60 0,3 19 91 16</inkml:trace>
  <inkml:trace contextRef="#ctx0" brushRef="#br0" timeOffset="113581.43">31562 3540 1181 0,'9'-2'128'0,"-2"-5"100"0,-1-16-94 0,-1-11-35 0,-5-29-37 0,3-12-17 0,-11-31-28 16,-1-8-11-16,0-6-4 16,2 3 0-16,-2 34-1 15,9 23-1-15,0 36-2 16,4 15-3-16,16 26-1 15,2 13-1-15,20 30 5 16,6 15 1-16,9 19 2 16,6 5 2-16,-6-9 0 15,0-9 0-15,-10-27 0 16,-7-18 6-16,-7-23 19 16,-10-13 10-16,-2-15 9 0,-5-12 1 15,-2-10-14-15,-1-17-11 0,-5-18-9 16,2-10-4-16,2-13-7 0,-3-10 0 15,-1-3 1-15,1 3-4 0,-9 8 1 16,0 17 1-16,0 19-11 0,-3 14-32 16,-2 13-70-16,1 11-366 0,-1 7 304 15</inkml:trace>
  <inkml:trace contextRef="#ctx0" brushRef="#br0" timeOffset="114001.4">32739 3525 1324 0,'-12'6'95'0,"-6"3"40"0,-21 7-57 0,-18 5-17 16,-40 9-22-16,-25 2-5 0,-37 11-12 16,-18 7-3-16,-21 10 3 15,-9 1 2-15,5 1 5 16,-2 1 0-16,-3-8-11 15,2 2-6-15,-11 0-7 16,9-1 1-16,37-10 13 16,20-2 1-16,50-19 0 15,19 1-5-15,25-7-13 16,13 1-2-16,16-7-104 16,7-1 77-16</inkml:trace>
  <inkml:trace contextRef="#ctx0" brushRef="#br0" timeOffset="-200593.01">15372 17416 1204 0,'-14'-2'66'0,"8"-1"27"0,-9 3-31 0,15 5-33 16,3 4-7-16,3 10-11 15,2 7-3-15,1 17 2 16,9 7-1-16,-3 14 3 0,0 4 1 16,1-2 1-16,-4-3 3 15,-1-11 3-15,-4-11 2 16,-2-13 3-16,-5-7-1 16,0-15 6-16,-6-3 2 15,-6-12-5-15,-5-10-3 16,-10-26-13-16,-3-14-5 15,-3-20-2-15,3-11-1 16,6-6 0-16,3 1-1 0,8 11-2 16,-2 2 2-16,11 20-2 0,-1 5 0 15,5 11 4-15,3 7-4 0,3 9 0 16,3 4 0-16,6 4-6 0,-5 2 3 16,2 2 3-16,6 0 0 0,-4 2 1 15,16 1 3-15,-6 3-4 0,-2 3 0 16,8 6 2-16,0 7-4 0,0 8 1 15,0 6 1-15,-3 5-3 0,-6 2 3 0,-3 8 0 16,-1-1-1-16,-5 5 2 0,-6 2 1 16,-6-4-2-16,0-4 1 0,-5-1 3 15,-4-4-4-15,-3-1 2 0,-6-4 2 16,-4-4-3-16,-7 1 1 0,2-3 2 16,-3-5-4-16,-1-4 1 0,2-6 2 15,-5-1-3-15,11-8 1 0,5 3 2 16,-3 0-4-16,14 1 1 0,5 7 0 15,-1 1-3-15,6 4 2 0,-1 2 0 0,-2 5-2 16,12 4 2-16,-3 3 1 0,4 4-2 16,8 2 1-16,-7 2 2 0,11 1-2 15,2 0 1-15,3 1 1 0,5 4-1 16,4-5 0-16,-5 4 1 0,1-4-2 16,-5-4 1-16,-5-4 1 0,1-4-2 15,-1-3 1-15,-7-6 2 0,2 0-3 16,-7-4-44-16,-2-5 34 0</inkml:trace>
  <inkml:trace contextRef="#ctx0" brushRef="#br0" timeOffset="-200079.89">15634 16734 1241 0,'0'-18'73'0,"9"-2"41"0,5 1-57 0,11 2-30 0,4 1-8 15,2 2-11-15,4 1-4 16,-1 8 0-16,-4 5-2 15,-7 14 2-15,-2 8 1 16,-14 13 3-16,-5 7 2 0,-7 9 3 16,-8 1 2-16,1-3 3 15,-2-4 2-15,8-16 2 16,6-10 1-16,9-19 4 16,12-12-3-16,18-19-7 15,14-16-22-15,28-9-1 16</inkml:trace>
  <inkml:trace contextRef="#ctx0" brushRef="#br0" timeOffset="-162839.15">17510 17336 1041 0,'-43'0'83'0,"7"-3"45"0,-6 3-48 0,0 3-42 0,-6 2-11 0,-7-1-6 0,-2 2-3 15,-5 2-8-15,-2-2-2 0,-4 0 3 16,-2-5-2-16,5 2 4 16,10-3 0-16,4 2-3 0,12 1-2 0,3 1 0 15,-6 1-5-15,6-1 0 0,1 1 1 16,2 2-3-16,3-2 0 0,5-1 3 0,-2 1-4 15,1-1 2-15,5-4 1 0,3 0 1 16,6-3 6-16,8-1 5 0,4-1-1 16,0 1-1-16,7-1-4 0,4-2-6 15,4-4-1-15,4-2 2 0,2-2 0 16,5-3 3-16,-1 1 1 0,1-2-6 16,-4-1 2-16,2 2-2 0,-1 0-2 15,-5 5 2-15,0 1 1 0,-3-2-3 16,-5 5 0-16,4-3 2 0,-8 5-3 0,-2 2 1 15,-2 4 2-15,-2 1-3 0,0 4 1 16,-12 2 2-16,-2 9-2 0,-8 0 1 16,-1 5 2-16,-5 4-2 0,-4 1 1 15,-1 4 1-15,3-4-3 0,-1-2 1 16,1-7 1-16,3-1-2 0,3-3 0 16,3-3 2-16,7-1-2 0,4-2 0 15,2-2 2-15,1-1-2 0,1-3 1 0,6 0 2 16,0 0-3-16,0 0 1 15,0 2 1-15,4 1-4 0,2 0 2 0,5 1 1 16,2 2-1-16,2 2 2 0,5 1 2 16,1 0-4-16,-2 3 0 0,5-2 2 15,-4 1-3-15,-1-1 1 0,-1-1 0 16,0 0-3-16,-4-3 3 0,1 0 2 16,-5-3-2-16,5 2 1 0,-1-5 1 15,-8 0-2-15,-3 0 0 0,-2 0 2 16,7-3-1-16,-8 3 1 0,0-2 3 15,0 2-5-15,4-7 2 0,-4 2 2 16,3 1-5-16,-1-1 1 0,2-2 2 0,4 1-3 16,1-3 1-16,0 0 1 0,3-2-2 15,-2 1 1-15,-2-4 2 0,5-2-2 16,-4-1 0-16,6-1 3 0,-10-1-3 16,-1-1 0-16,-2-1 2 0,-2 0-2 15,4 5 1-15,-1 1 3 0,-3-5-4 16,0 7 1-16,2-1 2 0,-4 2-4 0,2 6 1 15,-4 2 3-15,1 4-3 0,1-3 0 16,4 3 1-16,2 3-3 0,-4-2 1 16,-1 4 2-16,-2 2-2 0,-6-1 1 15,7 3 2-15,-4-1-3 0,-3 1 1 16,3 3 2-16,-6-3-3 0,0 3 1 16,-1-3 2-16,-4-2-2 0,2 2 0 15,3 0 2-15,3-4-2 0,2-1 0 0,1 1 1 16,-2-5-1-16,4 0 1 0,4-3 2 15,-2 3-3-15,2-2 1 0,2 2 1 16,-2 0-2-16,0 0 0 0,0 0 1 16,0 0-2-16,0 0 0 0,9 0 1 15,-5-4-1-15,8 4 1 0,-3-3 1 16,3 1-1-16,-1-1 0 0,1 2 2 16,-3-2-2-16,-9 3 0 0,7-2 2 15,-2 2-4-15,-4 0 2 0,-1 0 1 16,-4 5-2-16,-2-4 1 0,-8 4 3 0,-1-1-3 15,5 4 0-15,-5-4 3 0,6-1-3 16,4 2 0-16,5-5 2 0,0 0-3 16,0 1 0-16,8-1 2 0,-2 0-2 15,4-1 1-15,5-4 2 0,2 1-2 16,4-2 1-16,-3 0 1 0,4 1-2 16,2-2 0-16,-6 5 2 0,5-2-3 15,-7 1 1-15,-7 1 1 0,-9 1-3 16,0 1 2-16,-9 1 1 0,-7 4-2 0,2-1 2 15,-7 2 2-15,-1 2-3 0,5-2 1 16,-1 0 1-16,5 0-3 0,1 3 1 16,1-5 1-16,8 4-2 0,-4 1 1 15,5 0 1-15,7 3-2 0,-5-8 0 16,9 4 1-16,7-4-3 0,-5 1 3 16,8-5 2-16,-8 0-2 0,1-3 1 15,-8-2 1-15,4 1-2 0,-2 4 1 16,-3-5 1-16,-2 5-3 0,-1 0 1 0,-6 0 1 15,-6 2-1-15,0 1 1 0,3 1 2 16,0 4-3-16,3-2 0 0,-4 1 3 16,5-2-4-16,1-1 1 0,-1-1 2 15,5 0-3-15,-4-1 2 0,4-2 1 16,0 0-3-16,0 0 2 0,0 0 2 16,0 0-3-16,4-3 0 0,-4 0 2 15,0 1-2-15,0-2 0 0,-4-1 3 0,2 1-4 16,-1-1 1-16,-3 2 1 15,-4 2-2-15,5-2 1 0,-8 1 1 0,4 2-2 16,1 2 1-16,-1 1 0 0,0 1-1 16,0-2 1-16,0 1 1 0,-3 1-2 15,8-2 1-15,2 1 1 0,2-3-2 16,-3 0 1-16,3 0 0 0,3 0-4 16,-1 1 3-16,2-1-1 0,1 3 0 15,-1-3 2-15,8 0 2 0,-3 0-3 16,5 0 2-16,-5-4 1 0,-6 1-3 0,9 1 1 15,-6-2 1-15,-2-1-1 0,1 2 0 16,-1 2 1-16,-1 1-2 0,-3 0 1 16,-3-3 1-16,-1 3-2 0,-2-2 1 15,-2 2 2-15,4 0-2 0,-8 2 0 16,3-2 2-16,4 0-3 0,-1 0 1 16,3 0 2-16,3 0-4 0,-6 0 2 15,0 0 2-15,2 3-3 0,2-2 1 16,2-1-9-16,-3 5-35 0,2-5 29 15</inkml:trace>
  <inkml:trace contextRef="#ctx0" brushRef="#br0" timeOffset="-120764.14">20856 12144 1476 0,'-22'-11'61'0,"1"2"-1"0,9 6-21 15,6-1-12-15,3 4-12 16,6 0-10-16,7 0-4 15,5 0-1-15,9 0 0 16,9 0 5-16,9-5 0 0,8-2-1 16,5 1 0-16,5 0-1 15,-4 0-2-15,-4 1 0 16,-4 1 0-16,-4-1 0 16,-5-2 2-16,-7 1 1 15,-11 1 0-15,-6 2 0 16,-12 3 3-16,-1 0 3 15,1 0 10-15,-8-3 4 16,-4 2-2-16,-4-7-4 0,-2 2-7 0,2-4-7 16,-1 1 4-16,1-2 1 0,4 4-2 15,1-1 0-15,7 2-1 0,-2 2-4 16,3-4 1-16,0 2-1 0,0 6-4 16,0-4 2-16,0 1 0 0,0 0-2 15,4 0 2-15,1 0 1 0,4 0-3 16,4 1 1-16,4 2 2 0,-1 0-3 15,0 0 2-15,-2 0 2 0,-1 5-3 16,-4-2 1-16,0 1 2 0,3 1-3 0,-3-1 1 16,-4-2 3-16,-1 1-4 0,-4-3 2 15,0 0 2-15,0 1-4 0,3 2 0 16,3 3-2-16,-6-3-2 0,0 0 2 16,-1 2 3-16,-4 1 0 0,-2 1 0 15,1 7 3-15,-2-2-3 0,1 1 1 16,-2 2 1-16,3 0-2 0,-2-1 0 15,1 2 2-15,2-2-3 0,-4 2 1 16,0-2 1-16,0 1-1 0,-3-3 0 0,6 0 3 16,-1-6-3-16,3-5 1 0,-1 4 3 15,5-5-3-15,-3 0 5 0,3 0 4 16,0-2-2-16,-1-4 1 0,1-3-3 16,1-4-4-16,-1-7 1 0,3 1 1 15,-3-2-3-15,5-3 0 0,-1 1 1 16,1 5-2-16,-1 2 0 0,0 4 2 15,1 6-3-15,-2 1 1 0,-3 5 1 16,0-3-3-16,0 3 0 0,0 0-2 16,-3 0-2-16,1 3 2 0,-2-1 3 0,-1 2 1 15,1 4 0-15,-3 1 0 0,-1 3-1 16,2 1 1-16,-1 4 0 0,2-2 0 16,-1 0 0-16,-1-2 2 0,4-2-2 15,1-1 0-15,2-5 3 0,0-5-3 16,0 0 0-16,2 0 2 0,1-3-2 15,1-2 1-15,1-2 3 0,2-4-5 16,4-7 1-16,4 2 3 0,-1-5-3 0,-2 3-1 16,0 3-18-16,-7 4-70 0,-5 11 59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E2AAB-BD09-49B7-AC2E-CB1F57E687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A5179-D280-489B-A10C-521E775C6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 today I am going to talk about the first paper which is Implementation irrigation system using Support Vector Machine SVM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4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our agenda for the first presentation we will start with the problem statement, its just a </a:t>
            </a:r>
            <a:r>
              <a:rPr lang="en-US" altLang="ko-KR" sz="1200" dirty="0">
                <a:cs typeface="Arial" pitchFamily="34" charset="0"/>
              </a:rPr>
              <a:t>concise description of an issue that needs to be solved</a:t>
            </a:r>
            <a:br>
              <a:rPr lang="en-US" altLang="ko-KR" sz="1200" dirty="0">
                <a:cs typeface="Arial" pitchFamily="34" charset="0"/>
              </a:rPr>
            </a:br>
            <a:r>
              <a:rPr lang="en-US" altLang="ko-KR" sz="1200" dirty="0">
                <a:cs typeface="Arial" pitchFamily="34" charset="0"/>
              </a:rPr>
              <a:t>also I will talk about the authors, proposed solutions and ofc the new technical topics which are the </a:t>
            </a:r>
            <a:r>
              <a:rPr lang="en-US" altLang="ko-KR" sz="1200" dirty="0" err="1">
                <a:cs typeface="Arial" pitchFamily="34" charset="0"/>
              </a:rPr>
              <a:t>svm</a:t>
            </a:r>
            <a:r>
              <a:rPr lang="en-US" altLang="ko-KR" sz="1200" dirty="0">
                <a:cs typeface="Arial" pitchFamily="34" charset="0"/>
              </a:rPr>
              <a:t> and the communication protocol used in this situation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2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09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authors believe that farmers usually water plants manually or with just simple timers.</a:t>
            </a:r>
            <a:br>
              <a:rPr lang="en-US" dirty="0"/>
            </a:br>
            <a:r>
              <a:rPr lang="en-US" dirty="0"/>
              <a:t>This may cause 2 problems.</a:t>
            </a:r>
            <a:br>
              <a:rPr lang="en-US" dirty="0"/>
            </a:br>
            <a:r>
              <a:rPr lang="en-US" dirty="0"/>
              <a:t>The first one is too much water which leads to waste of water</a:t>
            </a:r>
            <a:br>
              <a:rPr lang="en-US" dirty="0"/>
            </a:br>
            <a:r>
              <a:rPr lang="en-US" dirty="0"/>
              <a:t>while the 2</a:t>
            </a:r>
            <a:r>
              <a:rPr lang="en-US" baseline="30000" dirty="0"/>
              <a:t>nd</a:t>
            </a:r>
            <a:r>
              <a:rPr lang="en-US" dirty="0"/>
              <a:t> problem is too little water and this leads to plants do not grow well</a:t>
            </a:r>
            <a:br>
              <a:rPr lang="en-US" dirty="0"/>
            </a:br>
            <a:r>
              <a:rPr lang="en-US" dirty="0"/>
              <a:t>However here is the thing farmers don’t even use technology </a:t>
            </a:r>
            <a:br>
              <a:rPr lang="en-US" dirty="0"/>
            </a:br>
            <a:r>
              <a:rPr lang="en-US" dirty="0"/>
              <a:t>WHY IS this?</a:t>
            </a:r>
            <a:br>
              <a:rPr lang="en-US" dirty="0"/>
            </a:br>
            <a:r>
              <a:rPr lang="en-US" dirty="0"/>
              <a:t>Because of climate change!</a:t>
            </a:r>
            <a:br>
              <a:rPr lang="en-US" dirty="0"/>
            </a:br>
            <a:r>
              <a:rPr lang="en-US" dirty="0"/>
              <a:t>So, our role here as engineers is to solve this huge problem</a:t>
            </a:r>
            <a:br>
              <a:rPr lang="en-US" dirty="0"/>
            </a:br>
            <a:r>
              <a:rPr lang="en-US" dirty="0"/>
              <a:t>and the authors claims that they have a system which decides how much water plants need and it opens the pump valve by the correct amount of water using trendy tech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80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Thoso</a:t>
            </a:r>
            <a:r>
              <a:rPr lang="en-US" dirty="0"/>
              <a:t> all the </a:t>
            </a:r>
            <a:r>
              <a:rPr lang="en-US" dirty="0" err="1"/>
              <a:t>autors</a:t>
            </a:r>
            <a:r>
              <a:rPr lang="en-US" dirty="0"/>
              <a:t> of the paper and by the way they all from Indonesia</a:t>
            </a:r>
          </a:p>
          <a:p>
            <a:r>
              <a:rPr lang="en-US" dirty="0"/>
              <a:t>Interesting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84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system and I love this system, I will tell u why in the next slide</a:t>
            </a:r>
          </a:p>
          <a:p>
            <a:r>
              <a:rPr lang="en-US" dirty="0"/>
              <a:t>In general this system consists of multiple technology and I will go through them one by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60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99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C0A9-7A9C-E1D5-863D-885E31EDB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0FAD1-9F0D-E749-FF29-DB83FA006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B2C95-2200-8578-C4EC-E3709875F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2</a:t>
            </a:r>
            <a:r>
              <a:rPr lang="en-US" baseline="30000" dirty="0"/>
              <a:t>nd</a:t>
            </a:r>
            <a:r>
              <a:rPr lang="en-US" dirty="0"/>
              <a:t> paper and it focuses on water optimization for irrigation using </a:t>
            </a:r>
            <a:r>
              <a:rPr lang="en-US" dirty="0" err="1"/>
              <a:t>iot</a:t>
            </a:r>
            <a:r>
              <a:rPr lang="en-US" dirty="0"/>
              <a:t> and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0CD01-BDEF-F4DA-6A16-A8F4D4ABE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2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8B05-A91B-4AC4-CC0C-87144DB3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99314-03DF-EC75-F698-062B8E36C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4724D-3199-76C8-61E5-A8193EEC3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our agenda for the 2nd presentation we will start with the problem statement,</a:t>
            </a:r>
            <a:r>
              <a:rPr lang="en-US" altLang="ko-KR" sz="1200" dirty="0">
                <a:cs typeface="Arial" pitchFamily="34" charset="0"/>
              </a:rPr>
              <a:t> all the way to the role of each 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A4074-4EAD-4870-1E9C-3FFD15B98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48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B5EF-B980-00FD-CC95-A1D31E47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8BB4C-CCF7-599C-F934-9AE545E1E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D62BD-6B9C-DC06-6F8F-1B076D614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why it is important to fix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24573-30E7-6CE5-FA92-624C7B9A1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25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core problem is inefficient irrigation caused by static rules and lack of real-time intelligence.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And </a:t>
            </a:r>
            <a:r>
              <a:rPr lang="en-US" altLang="ko-KR" sz="1200" b="0" dirty="0">
                <a:solidFill>
                  <a:schemeClr val="accent1"/>
                </a:solidFill>
                <a:cs typeface="Calibri" pitchFamily="34" charset="0"/>
              </a:rPr>
              <a:t>Agriculture consumes ~70% of global freshwater and huge electricity</a:t>
            </a:r>
            <a:endParaRPr lang="ko-KR" altLang="en-US" sz="1200" b="0" dirty="0">
              <a:solidFill>
                <a:schemeClr val="accent1"/>
              </a:solidFill>
              <a:cs typeface="Calibri" pitchFamily="34" charset="0"/>
            </a:endParaRPr>
          </a:p>
          <a:p>
            <a:endParaRPr lang="en-US" b="0" dirty="0"/>
          </a:p>
          <a:p>
            <a:r>
              <a:rPr lang="en-US" b="0" dirty="0"/>
              <a:t>So the goal is to optimize water usage </a:t>
            </a:r>
            <a:r>
              <a:rPr lang="en-US" altLang="ko-KR" sz="1200" b="0" dirty="0">
                <a:solidFill>
                  <a:schemeClr val="accent3"/>
                </a:solidFill>
                <a:cs typeface="Calibri" pitchFamily="34" charset="0"/>
              </a:rPr>
              <a:t>and reduce energy consumption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03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79A3-E43E-0B2F-F603-326277FB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CE71E-93B0-1478-A56A-8B638FCB5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988BB-EEB3-3606-DF79-679C9CFDF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Thoso</a:t>
            </a:r>
            <a:r>
              <a:rPr lang="en-US" dirty="0"/>
              <a:t> are some of the </a:t>
            </a:r>
            <a:r>
              <a:rPr lang="en-US" dirty="0" err="1"/>
              <a:t>autors</a:t>
            </a:r>
            <a:r>
              <a:rPr lang="en-US" dirty="0"/>
              <a:t> of the paper and by the way they are from different countries there is Italy and India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1F5E3-1946-BE69-549A-14A86B848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14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65FA-BA78-A164-6A40-E01C08B5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7BB06-7D27-E5B3-7BD5-6CFFB3272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19F11-1718-1601-1C31-07261AE02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applied the science to only one crop which is banana but why banana?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B63A5-1D91-A76B-250C-CF23749D7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05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46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07FF-4348-E7D8-7980-0972BF94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D03FE-A726-8EC8-71B7-BD1E11D93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6A73D-571B-961D-A0CA-B652E0C1C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5ED70-22B1-F6E7-3A33-A6CE22A3F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6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8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EB38-8A7A-207E-1A4E-331BC41A5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857FB-CAEB-EEED-8E56-17E259BC4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25CB3-9A6E-AF74-5D2A-7C8054AAD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723B-575C-5921-7C2D-A6D68C934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A5179-D280-489B-A10C-521E775C62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8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0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71" y="3300747"/>
            <a:ext cx="1802732" cy="29294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8C9E44-F775-0EC3-B9FD-CF5FCF546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48984" y="1526647"/>
            <a:ext cx="4186909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056108" y="1526647"/>
            <a:ext cx="4175763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AAFB73F-6F54-464A-BD52-927273969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816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0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9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54477-4D39-BDFB-05CE-8B1B61F3B12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  <p:sldLayoutId id="2147483711" r:id="rId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C6D8-8617-E4EE-B09D-6783FAB52EE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7" y="293299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707" r:id="rId9"/>
    <p:sldLayoutId id="2147483708" r:id="rId10"/>
    <p:sldLayoutId id="2147483695" r:id="rId11"/>
    <p:sldLayoutId id="2147483706" r:id="rId12"/>
    <p:sldLayoutId id="2147483656" r:id="rId13"/>
    <p:sldLayoutId id="2147483687" r:id="rId14"/>
    <p:sldLayoutId id="2147483709" r:id="rId15"/>
    <p:sldLayoutId id="2147483710" r:id="rId1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CF2FC9-087D-2399-D958-43244EF41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17" y="129397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ri.sci.e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1757-899X/1098/3/03209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ri.sci.e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seta.2022.10230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customXml" Target="../ink/ink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5" Type="http://schemas.openxmlformats.org/officeDocument/2006/relationships/customXml" Target="../ink/ink11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Presented to Dr. Heba Draz, ECIP Internship Program Committee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dirty="0"/>
              <a:t>Implementation irrigation system using Support Vector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0E0F0-9036-FB58-6199-0E36493D746F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5D488-064B-075A-6218-49E72B32E207}"/>
              </a:ext>
            </a:extLst>
          </p:cNvPr>
          <p:cNvSpPr txBox="1"/>
          <p:nvPr/>
        </p:nvSpPr>
        <p:spPr>
          <a:xfrm>
            <a:off x="1449239" y="333123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86995-906C-AF35-2C76-186985332952}"/>
              </a:ext>
            </a:extLst>
          </p:cNvPr>
          <p:cNvSpPr txBox="1"/>
          <p:nvPr/>
        </p:nvSpPr>
        <p:spPr>
          <a:xfrm>
            <a:off x="69010" y="6188576"/>
            <a:ext cx="307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Hazem &amp; Ali</a:t>
            </a: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68164" y="539163"/>
            <a:ext cx="6186490" cy="984885"/>
            <a:chOff x="4745820" y="1482096"/>
            <a:chExt cx="6186490" cy="984885"/>
          </a:xfrm>
        </p:grpSpPr>
        <p:grpSp>
          <p:nvGrpSpPr>
            <p:cNvPr id="4" name="Group 3"/>
            <p:cNvGrpSpPr/>
            <p:nvPr/>
          </p:nvGrpSpPr>
          <p:grpSpPr>
            <a:xfrm>
              <a:off x="5840274" y="1482096"/>
              <a:ext cx="5092036" cy="984885"/>
              <a:chOff x="6365620" y="1411926"/>
              <a:chExt cx="5092036" cy="984885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Problem Statement is a clear, concise description of an issue that needs to be solved. It explains what the problem is, who it affects, and why it matters, without giving the solution yet.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Problem Statement</a:t>
                </a: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short section that gives brief background information about the people who wrote the paper.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33709"/>
            <a:ext cx="6186490" cy="800219"/>
            <a:chOff x="4745820" y="1482096"/>
            <a:chExt cx="6186490" cy="800219"/>
          </a:xfrm>
        </p:grpSpPr>
        <p:grpSp>
          <p:nvGrpSpPr>
            <p:cNvPr id="22" name="Group 21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The Proposed Solution explains how to solve the problem described in the problem statement.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Proposed Solution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80982"/>
            <a:ext cx="6186490" cy="800219"/>
            <a:chOff x="4745820" y="1482096"/>
            <a:chExt cx="6186490" cy="800219"/>
          </a:xfrm>
        </p:grpSpPr>
        <p:grpSp>
          <p:nvGrpSpPr>
            <p:cNvPr id="29" name="Group 28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SVM 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is a machine learning method that learns from examples, finds patterns and classifies new data into groups.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Support Vector Machine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28255"/>
            <a:ext cx="6186490" cy="790507"/>
            <a:chOff x="4745820" y="1482096"/>
            <a:chExt cx="6186490" cy="790507"/>
          </a:xfrm>
        </p:grpSpPr>
        <p:grpSp>
          <p:nvGrpSpPr>
            <p:cNvPr id="36" name="Group 35"/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What is the best for real-time IoT communication?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/>
                  <a:t>Communication Protocol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76559" y="356519"/>
            <a:ext cx="8713178" cy="724247"/>
          </a:xfrm>
        </p:spPr>
        <p:txBody>
          <a:bodyPr/>
          <a:lstStyle/>
          <a:p>
            <a:r>
              <a:rPr lang="en-US" sz="2800" dirty="0"/>
              <a:t>Problem Statement – Inefficient Irrigation in Farming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2DAC879-5269-49D3-8881-1E879B00C3A9}"/>
              </a:ext>
            </a:extLst>
          </p:cNvPr>
          <p:cNvGrpSpPr>
            <a:grpSpLocks noChangeAspect="1"/>
          </p:cNvGrpSpPr>
          <p:nvPr/>
        </p:nvGrpSpPr>
        <p:grpSpPr>
          <a:xfrm>
            <a:off x="8664440" y="5319063"/>
            <a:ext cx="1240631" cy="1068047"/>
            <a:chOff x="7521194" y="5284915"/>
            <a:chExt cx="1137987" cy="979683"/>
          </a:xfrm>
        </p:grpSpPr>
        <p:grpSp>
          <p:nvGrpSpPr>
            <p:cNvPr id="51" name="Group 7">
              <a:extLst>
                <a:ext uri="{FF2B5EF4-FFF2-40B4-BE49-F238E27FC236}">
                  <a16:creationId xmlns:a16="http://schemas.microsoft.com/office/drawing/2014/main" id="{1EC1CBF2-56DF-4220-A203-0F8D27BF7E4B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3" name="Trapezoid 1">
                <a:extLst>
                  <a:ext uri="{FF2B5EF4-FFF2-40B4-BE49-F238E27FC236}">
                    <a16:creationId xmlns:a16="http://schemas.microsoft.com/office/drawing/2014/main" id="{D4E5C619-3BAB-4885-8EEC-8679F193441C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Trapezoid 6">
                <a:extLst>
                  <a:ext uri="{FF2B5EF4-FFF2-40B4-BE49-F238E27FC236}">
                    <a16:creationId xmlns:a16="http://schemas.microsoft.com/office/drawing/2014/main" id="{2AA90D88-8B26-494A-A346-04CF0E3EC37F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5">
                <a:extLst>
                  <a:ext uri="{FF2B5EF4-FFF2-40B4-BE49-F238E27FC236}">
                    <a16:creationId xmlns:a16="http://schemas.microsoft.com/office/drawing/2014/main" id="{BDD8BB59-EC52-43A0-BE81-D6DD6EF7F7D5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2" name="Chord 23">
              <a:extLst>
                <a:ext uri="{FF2B5EF4-FFF2-40B4-BE49-F238E27FC236}">
                  <a16:creationId xmlns:a16="http://schemas.microsoft.com/office/drawing/2014/main" id="{D206587B-3CE1-4422-BE1F-28A18DF5328A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3F7F77A5-A787-49FE-868F-90BD120E08AB}"/>
              </a:ext>
            </a:extLst>
          </p:cNvPr>
          <p:cNvGrpSpPr/>
          <p:nvPr/>
        </p:nvGrpSpPr>
        <p:grpSpPr>
          <a:xfrm>
            <a:off x="1086824" y="1264715"/>
            <a:ext cx="1015521" cy="1917665"/>
            <a:chOff x="11532414" y="4123539"/>
            <a:chExt cx="1089085" cy="2187004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B7FA612-F317-41C4-91BE-41A18CF052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584527" y="5417824"/>
              <a:ext cx="1036972" cy="892719"/>
              <a:chOff x="7521194" y="5284915"/>
              <a:chExt cx="1137987" cy="979683"/>
            </a:xfrm>
          </p:grpSpPr>
          <p:grpSp>
            <p:nvGrpSpPr>
              <p:cNvPr id="57" name="Group 7">
                <a:extLst>
                  <a:ext uri="{FF2B5EF4-FFF2-40B4-BE49-F238E27FC236}">
                    <a16:creationId xmlns:a16="http://schemas.microsoft.com/office/drawing/2014/main" id="{BCF37E0A-AF72-434C-9D6B-B17F39966B66}"/>
                  </a:ext>
                </a:extLst>
              </p:cNvPr>
              <p:cNvGrpSpPr/>
              <p:nvPr/>
            </p:nvGrpSpPr>
            <p:grpSpPr>
              <a:xfrm>
                <a:off x="7521194" y="5284915"/>
                <a:ext cx="1137987" cy="979683"/>
                <a:chOff x="5580112" y="4160675"/>
                <a:chExt cx="2016224" cy="1735751"/>
              </a:xfrm>
            </p:grpSpPr>
            <p:sp>
              <p:nvSpPr>
                <p:cNvPr id="59" name="Trapezoid 1">
                  <a:extLst>
                    <a:ext uri="{FF2B5EF4-FFF2-40B4-BE49-F238E27FC236}">
                      <a16:creationId xmlns:a16="http://schemas.microsoft.com/office/drawing/2014/main" id="{A4423980-3158-4760-84DC-0EF1CDE755C5}"/>
                    </a:ext>
                  </a:extLst>
                </p:cNvPr>
                <p:cNvSpPr/>
                <p:nvPr/>
              </p:nvSpPr>
              <p:spPr>
                <a:xfrm rot="10800000">
                  <a:off x="5796136" y="4653136"/>
                  <a:ext cx="1584176" cy="1243290"/>
                </a:xfrm>
                <a:custGeom>
                  <a:avLst/>
                  <a:gdLst>
                    <a:gd name="connsiteX0" fmla="*/ 0 w 1584176"/>
                    <a:gd name="connsiteY0" fmla="*/ 1216152 h 1216152"/>
                    <a:gd name="connsiteX1" fmla="*/ 304038 w 1584176"/>
                    <a:gd name="connsiteY1" fmla="*/ 0 h 1216152"/>
                    <a:gd name="connsiteX2" fmla="*/ 1280138 w 1584176"/>
                    <a:gd name="connsiteY2" fmla="*/ 0 h 1216152"/>
                    <a:gd name="connsiteX3" fmla="*/ 1584176 w 1584176"/>
                    <a:gd name="connsiteY3" fmla="*/ 1216152 h 1216152"/>
                    <a:gd name="connsiteX4" fmla="*/ 0 w 1584176"/>
                    <a:gd name="connsiteY4" fmla="*/ 1216152 h 1216152"/>
                    <a:gd name="connsiteX0" fmla="*/ 0 w 1584176"/>
                    <a:gd name="connsiteY0" fmla="*/ 1235792 h 1235792"/>
                    <a:gd name="connsiteX1" fmla="*/ 304038 w 1584176"/>
                    <a:gd name="connsiteY1" fmla="*/ 19640 h 1235792"/>
                    <a:gd name="connsiteX2" fmla="*/ 1280138 w 1584176"/>
                    <a:gd name="connsiteY2" fmla="*/ 19640 h 1235792"/>
                    <a:gd name="connsiteX3" fmla="*/ 1584176 w 1584176"/>
                    <a:gd name="connsiteY3" fmla="*/ 1235792 h 1235792"/>
                    <a:gd name="connsiteX4" fmla="*/ 0 w 1584176"/>
                    <a:gd name="connsiteY4" fmla="*/ 1235792 h 1235792"/>
                    <a:gd name="connsiteX0" fmla="*/ 0 w 1584176"/>
                    <a:gd name="connsiteY0" fmla="*/ 1243290 h 1243290"/>
                    <a:gd name="connsiteX1" fmla="*/ 304038 w 1584176"/>
                    <a:gd name="connsiteY1" fmla="*/ 27138 h 1243290"/>
                    <a:gd name="connsiteX2" fmla="*/ 1280138 w 1584176"/>
                    <a:gd name="connsiteY2" fmla="*/ 27138 h 1243290"/>
                    <a:gd name="connsiteX3" fmla="*/ 1584176 w 1584176"/>
                    <a:gd name="connsiteY3" fmla="*/ 1243290 h 1243290"/>
                    <a:gd name="connsiteX4" fmla="*/ 0 w 1584176"/>
                    <a:gd name="connsiteY4" fmla="*/ 1243290 h 1243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84176" h="1243290">
                      <a:moveTo>
                        <a:pt x="0" y="1243290"/>
                      </a:moveTo>
                      <a:lnTo>
                        <a:pt x="304038" y="27138"/>
                      </a:lnTo>
                      <a:cubicBezTo>
                        <a:pt x="629405" y="-57"/>
                        <a:pt x="941174" y="-17053"/>
                        <a:pt x="1280138" y="27138"/>
                      </a:cubicBezTo>
                      <a:lnTo>
                        <a:pt x="1584176" y="1243290"/>
                      </a:lnTo>
                      <a:lnTo>
                        <a:pt x="0" y="12432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0" name="Trapezoid 6">
                  <a:extLst>
                    <a:ext uri="{FF2B5EF4-FFF2-40B4-BE49-F238E27FC236}">
                      <a16:creationId xmlns:a16="http://schemas.microsoft.com/office/drawing/2014/main" id="{83CE5D35-C223-40BE-B0A1-2C2ECA6D118F}"/>
                    </a:ext>
                  </a:extLst>
                </p:cNvPr>
                <p:cNvSpPr/>
                <p:nvPr/>
              </p:nvSpPr>
              <p:spPr>
                <a:xfrm rot="10800000">
                  <a:off x="5580112" y="4312147"/>
                  <a:ext cx="2016224" cy="471979"/>
                </a:xfrm>
                <a:custGeom>
                  <a:avLst/>
                  <a:gdLst>
                    <a:gd name="connsiteX0" fmla="*/ 0 w 2016224"/>
                    <a:gd name="connsiteY0" fmla="*/ 360040 h 360040"/>
                    <a:gd name="connsiteX1" fmla="*/ 128109 w 2016224"/>
                    <a:gd name="connsiteY1" fmla="*/ 0 h 360040"/>
                    <a:gd name="connsiteX2" fmla="*/ 1888115 w 2016224"/>
                    <a:gd name="connsiteY2" fmla="*/ 0 h 360040"/>
                    <a:gd name="connsiteX3" fmla="*/ 2016224 w 2016224"/>
                    <a:gd name="connsiteY3" fmla="*/ 360040 h 360040"/>
                    <a:gd name="connsiteX4" fmla="*/ 0 w 2016224"/>
                    <a:gd name="connsiteY4" fmla="*/ 360040 h 360040"/>
                    <a:gd name="connsiteX0" fmla="*/ 0 w 2016224"/>
                    <a:gd name="connsiteY0" fmla="*/ 431046 h 431046"/>
                    <a:gd name="connsiteX1" fmla="*/ 128109 w 2016224"/>
                    <a:gd name="connsiteY1" fmla="*/ 71006 h 431046"/>
                    <a:gd name="connsiteX2" fmla="*/ 1888115 w 2016224"/>
                    <a:gd name="connsiteY2" fmla="*/ 71006 h 431046"/>
                    <a:gd name="connsiteX3" fmla="*/ 2016224 w 2016224"/>
                    <a:gd name="connsiteY3" fmla="*/ 431046 h 431046"/>
                    <a:gd name="connsiteX4" fmla="*/ 0 w 2016224"/>
                    <a:gd name="connsiteY4" fmla="*/ 431046 h 431046"/>
                    <a:gd name="connsiteX0" fmla="*/ 0 w 2016224"/>
                    <a:gd name="connsiteY0" fmla="*/ 458241 h 458241"/>
                    <a:gd name="connsiteX1" fmla="*/ 128109 w 2016224"/>
                    <a:gd name="connsiteY1" fmla="*/ 98201 h 458241"/>
                    <a:gd name="connsiteX2" fmla="*/ 1888115 w 2016224"/>
                    <a:gd name="connsiteY2" fmla="*/ 98201 h 458241"/>
                    <a:gd name="connsiteX3" fmla="*/ 2016224 w 2016224"/>
                    <a:gd name="connsiteY3" fmla="*/ 458241 h 458241"/>
                    <a:gd name="connsiteX4" fmla="*/ 0 w 2016224"/>
                    <a:gd name="connsiteY4" fmla="*/ 458241 h 458241"/>
                    <a:gd name="connsiteX0" fmla="*/ 0 w 2016224"/>
                    <a:gd name="connsiteY0" fmla="*/ 465296 h 465296"/>
                    <a:gd name="connsiteX1" fmla="*/ 128109 w 2016224"/>
                    <a:gd name="connsiteY1" fmla="*/ 105256 h 465296"/>
                    <a:gd name="connsiteX2" fmla="*/ 1888115 w 2016224"/>
                    <a:gd name="connsiteY2" fmla="*/ 105256 h 465296"/>
                    <a:gd name="connsiteX3" fmla="*/ 2016224 w 2016224"/>
                    <a:gd name="connsiteY3" fmla="*/ 465296 h 465296"/>
                    <a:gd name="connsiteX4" fmla="*/ 0 w 2016224"/>
                    <a:gd name="connsiteY4" fmla="*/ 465296 h 465296"/>
                    <a:gd name="connsiteX0" fmla="*/ 0 w 2016224"/>
                    <a:gd name="connsiteY0" fmla="*/ 471979 h 471979"/>
                    <a:gd name="connsiteX1" fmla="*/ 128109 w 2016224"/>
                    <a:gd name="connsiteY1" fmla="*/ 111939 h 471979"/>
                    <a:gd name="connsiteX2" fmla="*/ 1888115 w 2016224"/>
                    <a:gd name="connsiteY2" fmla="*/ 111939 h 471979"/>
                    <a:gd name="connsiteX3" fmla="*/ 2016224 w 2016224"/>
                    <a:gd name="connsiteY3" fmla="*/ 471979 h 471979"/>
                    <a:gd name="connsiteX4" fmla="*/ 0 w 2016224"/>
                    <a:gd name="connsiteY4" fmla="*/ 471979 h 471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6224" h="471979">
                      <a:moveTo>
                        <a:pt x="0" y="471979"/>
                      </a:moveTo>
                      <a:lnTo>
                        <a:pt x="128109" y="111939"/>
                      </a:lnTo>
                      <a:cubicBezTo>
                        <a:pt x="572010" y="-7034"/>
                        <a:pt x="1260655" y="-64822"/>
                        <a:pt x="1888115" y="111939"/>
                      </a:cubicBezTo>
                      <a:lnTo>
                        <a:pt x="2016224" y="471979"/>
                      </a:lnTo>
                      <a:lnTo>
                        <a:pt x="0" y="47197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Oval 5">
                  <a:extLst>
                    <a:ext uri="{FF2B5EF4-FFF2-40B4-BE49-F238E27FC236}">
                      <a16:creationId xmlns:a16="http://schemas.microsoft.com/office/drawing/2014/main" id="{B7E851DB-5B3C-424C-A9D4-09D6E558C8C0}"/>
                    </a:ext>
                  </a:extLst>
                </p:cNvPr>
                <p:cNvSpPr/>
                <p:nvPr/>
              </p:nvSpPr>
              <p:spPr>
                <a:xfrm>
                  <a:off x="5580223" y="4160675"/>
                  <a:ext cx="2016000" cy="302944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8" name="Chord 23">
                <a:extLst>
                  <a:ext uri="{FF2B5EF4-FFF2-40B4-BE49-F238E27FC236}">
                    <a16:creationId xmlns:a16="http://schemas.microsoft.com/office/drawing/2014/main" id="{FF0614B4-DF35-4CDC-8E6D-E96A94D66F71}"/>
                  </a:ext>
                </a:extLst>
              </p:cNvPr>
              <p:cNvSpPr/>
              <p:nvPr/>
            </p:nvSpPr>
            <p:spPr>
              <a:xfrm>
                <a:off x="7788585" y="5306768"/>
                <a:ext cx="578589" cy="141955"/>
              </a:xfrm>
              <a:custGeom>
                <a:avLst/>
                <a:gdLst>
                  <a:gd name="connsiteX0" fmla="*/ 115433 w 914400"/>
                  <a:gd name="connsiteY0" fmla="*/ 153510 h 914400"/>
                  <a:gd name="connsiteX1" fmla="*/ 462323 w 914400"/>
                  <a:gd name="connsiteY1" fmla="*/ 28 h 914400"/>
                  <a:gd name="connsiteX2" fmla="*/ 805686 w 914400"/>
                  <a:gd name="connsiteY2" fmla="*/ 161244 h 914400"/>
                  <a:gd name="connsiteX3" fmla="*/ 115433 w 914400"/>
                  <a:gd name="connsiteY3" fmla="*/ 153510 h 914400"/>
                  <a:gd name="connsiteX0" fmla="*/ 0 w 723591"/>
                  <a:gd name="connsiteY0" fmla="*/ 177315 h 177532"/>
                  <a:gd name="connsiteX1" fmla="*/ 380228 w 723591"/>
                  <a:gd name="connsiteY1" fmla="*/ 21 h 177532"/>
                  <a:gd name="connsiteX2" fmla="*/ 723591 w 723591"/>
                  <a:gd name="connsiteY2" fmla="*/ 161237 h 177532"/>
                  <a:gd name="connsiteX3" fmla="*/ 0 w 723591"/>
                  <a:gd name="connsiteY3" fmla="*/ 177315 h 177532"/>
                  <a:gd name="connsiteX0" fmla="*/ 0 w 759310"/>
                  <a:gd name="connsiteY0" fmla="*/ 177315 h 185049"/>
                  <a:gd name="connsiteX1" fmla="*/ 380228 w 759310"/>
                  <a:gd name="connsiteY1" fmla="*/ 21 h 185049"/>
                  <a:gd name="connsiteX2" fmla="*/ 759310 w 759310"/>
                  <a:gd name="connsiteY2" fmla="*/ 185049 h 185049"/>
                  <a:gd name="connsiteX3" fmla="*/ 0 w 759310"/>
                  <a:gd name="connsiteY3" fmla="*/ 177315 h 185049"/>
                  <a:gd name="connsiteX0" fmla="*/ 0 w 759310"/>
                  <a:gd name="connsiteY0" fmla="*/ 177315 h 188144"/>
                  <a:gd name="connsiteX1" fmla="*/ 380228 w 759310"/>
                  <a:gd name="connsiteY1" fmla="*/ 21 h 188144"/>
                  <a:gd name="connsiteX2" fmla="*/ 759310 w 759310"/>
                  <a:gd name="connsiteY2" fmla="*/ 185049 h 188144"/>
                  <a:gd name="connsiteX3" fmla="*/ 0 w 759310"/>
                  <a:gd name="connsiteY3" fmla="*/ 177315 h 188144"/>
                  <a:gd name="connsiteX0" fmla="*/ 0 w 759310"/>
                  <a:gd name="connsiteY0" fmla="*/ 177315 h 191233"/>
                  <a:gd name="connsiteX1" fmla="*/ 380228 w 759310"/>
                  <a:gd name="connsiteY1" fmla="*/ 21 h 191233"/>
                  <a:gd name="connsiteX2" fmla="*/ 759310 w 759310"/>
                  <a:gd name="connsiteY2" fmla="*/ 185049 h 191233"/>
                  <a:gd name="connsiteX3" fmla="*/ 0 w 759310"/>
                  <a:gd name="connsiteY3" fmla="*/ 177315 h 191233"/>
                  <a:gd name="connsiteX0" fmla="*/ 0 w 759310"/>
                  <a:gd name="connsiteY0" fmla="*/ 177315 h 187572"/>
                  <a:gd name="connsiteX1" fmla="*/ 380228 w 759310"/>
                  <a:gd name="connsiteY1" fmla="*/ 21 h 187572"/>
                  <a:gd name="connsiteX2" fmla="*/ 759310 w 759310"/>
                  <a:gd name="connsiteY2" fmla="*/ 177905 h 187572"/>
                  <a:gd name="connsiteX3" fmla="*/ 0 w 759310"/>
                  <a:gd name="connsiteY3" fmla="*/ 177315 h 187572"/>
                  <a:gd name="connsiteX0" fmla="*/ 0 w 768835"/>
                  <a:gd name="connsiteY0" fmla="*/ 177315 h 188632"/>
                  <a:gd name="connsiteX1" fmla="*/ 380228 w 768835"/>
                  <a:gd name="connsiteY1" fmla="*/ 21 h 188632"/>
                  <a:gd name="connsiteX2" fmla="*/ 768835 w 768835"/>
                  <a:gd name="connsiteY2" fmla="*/ 180287 h 188632"/>
                  <a:gd name="connsiteX3" fmla="*/ 0 w 768835"/>
                  <a:gd name="connsiteY3" fmla="*/ 177315 h 188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8835" h="188632">
                    <a:moveTo>
                      <a:pt x="0" y="177315"/>
                    </a:moveTo>
                    <a:cubicBezTo>
                      <a:pt x="87950" y="78338"/>
                      <a:pt x="247828" y="-1462"/>
                      <a:pt x="380228" y="21"/>
                    </a:cubicBezTo>
                    <a:cubicBezTo>
                      <a:pt x="512627" y="1505"/>
                      <a:pt x="683125" y="79364"/>
                      <a:pt x="768835" y="180287"/>
                    </a:cubicBezTo>
                    <a:cubicBezTo>
                      <a:pt x="513351" y="189616"/>
                      <a:pt x="257866" y="194180"/>
                      <a:pt x="0" y="177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587D824-FCEB-4441-8F29-BF54EC412749}"/>
                </a:ext>
              </a:extLst>
            </p:cNvPr>
            <p:cNvGrpSpPr/>
            <p:nvPr/>
          </p:nvGrpSpPr>
          <p:grpSpPr>
            <a:xfrm>
              <a:off x="11532414" y="4123539"/>
              <a:ext cx="843417" cy="1368501"/>
              <a:chOff x="9135938" y="933321"/>
              <a:chExt cx="704886" cy="1291182"/>
            </a:xfrm>
            <a:solidFill>
              <a:schemeClr val="accent4"/>
            </a:solidFill>
          </p:grpSpPr>
          <p:sp>
            <p:nvSpPr>
              <p:cNvPr id="71" name="Freeform 20">
                <a:extLst>
                  <a:ext uri="{FF2B5EF4-FFF2-40B4-BE49-F238E27FC236}">
                    <a16:creationId xmlns:a16="http://schemas.microsoft.com/office/drawing/2014/main" id="{43634099-AA79-4614-993D-3BB7C13BC870}"/>
                  </a:ext>
                </a:extLst>
              </p:cNvPr>
              <p:cNvSpPr/>
              <p:nvPr/>
            </p:nvSpPr>
            <p:spPr>
              <a:xfrm rot="724314">
                <a:off x="9449000" y="933321"/>
                <a:ext cx="391824" cy="763841"/>
              </a:xfrm>
              <a:custGeom>
                <a:avLst/>
                <a:gdLst>
                  <a:gd name="connsiteX0" fmla="*/ 991167 w 2238713"/>
                  <a:gd name="connsiteY0" fmla="*/ 1954206 h 4364252"/>
                  <a:gd name="connsiteX1" fmla="*/ 838970 w 2238713"/>
                  <a:gd name="connsiteY1" fmla="*/ 2040607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97956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81876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97733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38713" h="4364252">
                    <a:moveTo>
                      <a:pt x="991167" y="1954206"/>
                    </a:moveTo>
                    <a:cubicBezTo>
                      <a:pt x="874309" y="1940837"/>
                      <a:pt x="728926" y="2422285"/>
                      <a:pt x="762330" y="2563495"/>
                    </a:cubicBezTo>
                    <a:cubicBezTo>
                      <a:pt x="817803" y="2763169"/>
                      <a:pt x="1035129" y="2814592"/>
                      <a:pt x="1191594" y="2801464"/>
                    </a:cubicBezTo>
                    <a:cubicBezTo>
                      <a:pt x="1336990" y="2789265"/>
                      <a:pt x="1811991" y="2695789"/>
                      <a:pt x="1558616" y="2199723"/>
                    </a:cubicBezTo>
                    <a:cubicBezTo>
                      <a:pt x="1491149" y="2092086"/>
                      <a:pt x="1283524" y="1986965"/>
                      <a:pt x="991167" y="1954206"/>
                    </a:cubicBezTo>
                    <a:close/>
                    <a:moveTo>
                      <a:pt x="1490354" y="71"/>
                    </a:moveTo>
                    <a:cubicBezTo>
                      <a:pt x="1933700" y="29760"/>
                      <a:pt x="2139536" y="213827"/>
                      <a:pt x="2214748" y="481022"/>
                    </a:cubicBezTo>
                    <a:cubicBezTo>
                      <a:pt x="2367148" y="1001558"/>
                      <a:pt x="1752600" y="1344953"/>
                      <a:pt x="1502228" y="1490425"/>
                    </a:cubicBezTo>
                    <a:cubicBezTo>
                      <a:pt x="1282828" y="1617902"/>
                      <a:pt x="1165064" y="1682510"/>
                      <a:pt x="1054263" y="1824329"/>
                    </a:cubicBezTo>
                    <a:cubicBezTo>
                      <a:pt x="1433743" y="1866887"/>
                      <a:pt x="1603884" y="2014039"/>
                      <a:pt x="1692232" y="2149506"/>
                    </a:cubicBezTo>
                    <a:cubicBezTo>
                      <a:pt x="2026720" y="2778899"/>
                      <a:pt x="1482436" y="2933276"/>
                      <a:pt x="1246908" y="2980778"/>
                    </a:cubicBezTo>
                    <a:cubicBezTo>
                      <a:pt x="977734" y="3030258"/>
                      <a:pt x="690748" y="2871923"/>
                      <a:pt x="617516" y="2618582"/>
                    </a:cubicBezTo>
                    <a:cubicBezTo>
                      <a:pt x="571269" y="2426869"/>
                      <a:pt x="658049" y="2151140"/>
                      <a:pt x="724463" y="1997733"/>
                    </a:cubicBezTo>
                    <a:cubicBezTo>
                      <a:pt x="450150" y="1962201"/>
                      <a:pt x="176019" y="2392404"/>
                      <a:pt x="172192" y="2606706"/>
                    </a:cubicBezTo>
                    <a:cubicBezTo>
                      <a:pt x="203859" y="3445896"/>
                      <a:pt x="1084613" y="3881324"/>
                      <a:pt x="1330036" y="4085183"/>
                    </a:cubicBezTo>
                    <a:lnTo>
                      <a:pt x="1407226" y="4364252"/>
                    </a:lnTo>
                    <a:cubicBezTo>
                      <a:pt x="1039091" y="3994138"/>
                      <a:pt x="5938" y="3600273"/>
                      <a:pt x="0" y="2624517"/>
                    </a:cubicBezTo>
                    <a:cubicBezTo>
                      <a:pt x="25730" y="2234611"/>
                      <a:pt x="434148" y="1756945"/>
                      <a:pt x="849017" y="1813016"/>
                    </a:cubicBezTo>
                    <a:cubicBezTo>
                      <a:pt x="941972" y="1657424"/>
                      <a:pt x="1076696" y="1583449"/>
                      <a:pt x="1229095" y="1478550"/>
                    </a:cubicBezTo>
                    <a:cubicBezTo>
                      <a:pt x="2000608" y="1060843"/>
                      <a:pt x="2109849" y="764050"/>
                      <a:pt x="2072244" y="546336"/>
                    </a:cubicBezTo>
                    <a:cubicBezTo>
                      <a:pt x="2052452" y="294974"/>
                      <a:pt x="1670462" y="79240"/>
                      <a:pt x="1401288" y="112887"/>
                    </a:cubicBezTo>
                    <a:cubicBezTo>
                      <a:pt x="1086592" y="136638"/>
                      <a:pt x="1045028" y="338519"/>
                      <a:pt x="973776" y="540399"/>
                    </a:cubicBezTo>
                    <a:cubicBezTo>
                      <a:pt x="898566" y="362269"/>
                      <a:pt x="1179616" y="-5867"/>
                      <a:pt x="14903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37E7859C-4729-44D7-AA4C-AD76AD198F32}"/>
                  </a:ext>
                </a:extLst>
              </p:cNvPr>
              <p:cNvSpPr/>
              <p:nvPr/>
            </p:nvSpPr>
            <p:spPr>
              <a:xfrm>
                <a:off x="9135938" y="1462303"/>
                <a:ext cx="506512" cy="762200"/>
              </a:xfrm>
              <a:custGeom>
                <a:avLst/>
                <a:gdLst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3847 w 512281"/>
                  <a:gd name="connsiteY19" fmla="*/ 438200 h 762200"/>
                  <a:gd name="connsiteX20" fmla="*/ 469597 w 512281"/>
                  <a:gd name="connsiteY20" fmla="*/ 415506 h 762200"/>
                  <a:gd name="connsiteX21" fmla="*/ 445740 w 512281"/>
                  <a:gd name="connsiteY21" fmla="*/ 185658 h 762200"/>
                  <a:gd name="connsiteX22" fmla="*/ 324332 w 512281"/>
                  <a:gd name="connsiteY22" fmla="*/ 169856 h 762200"/>
                  <a:gd name="connsiteX23" fmla="*/ 396365 w 512281"/>
                  <a:gd name="connsiteY23" fmla="*/ 229971 h 762200"/>
                  <a:gd name="connsiteX24" fmla="*/ 359909 w 512281"/>
                  <a:gd name="connsiteY24" fmla="*/ 331785 h 762200"/>
                  <a:gd name="connsiteX25" fmla="*/ 229186 w 512281"/>
                  <a:gd name="connsiteY25" fmla="*/ 280446 h 762200"/>
                  <a:gd name="connsiteX26" fmla="*/ 270187 w 512281"/>
                  <a:gd name="connsiteY26" fmla="*/ 182003 h 762200"/>
                  <a:gd name="connsiteX27" fmla="*/ 187152 w 512281"/>
                  <a:gd name="connsiteY27" fmla="*/ 187343 h 762200"/>
                  <a:gd name="connsiteX28" fmla="*/ 8930 w 512281"/>
                  <a:gd name="connsiteY28" fmla="*/ 141575 h 762200"/>
                  <a:gd name="connsiteX29" fmla="*/ 44707 w 512281"/>
                  <a:gd name="connsiteY29" fmla="*/ 17122 h 762200"/>
                  <a:gd name="connsiteX30" fmla="*/ 109834 w 512281"/>
                  <a:gd name="connsiteY30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9597 w 512281"/>
                  <a:gd name="connsiteY19" fmla="*/ 415506 h 762200"/>
                  <a:gd name="connsiteX20" fmla="*/ 445740 w 512281"/>
                  <a:gd name="connsiteY20" fmla="*/ 185658 h 762200"/>
                  <a:gd name="connsiteX21" fmla="*/ 324332 w 512281"/>
                  <a:gd name="connsiteY21" fmla="*/ 169856 h 762200"/>
                  <a:gd name="connsiteX22" fmla="*/ 396365 w 512281"/>
                  <a:gd name="connsiteY22" fmla="*/ 229971 h 762200"/>
                  <a:gd name="connsiteX23" fmla="*/ 359909 w 512281"/>
                  <a:gd name="connsiteY23" fmla="*/ 331785 h 762200"/>
                  <a:gd name="connsiteX24" fmla="*/ 229186 w 512281"/>
                  <a:gd name="connsiteY24" fmla="*/ 280446 h 762200"/>
                  <a:gd name="connsiteX25" fmla="*/ 270187 w 512281"/>
                  <a:gd name="connsiteY25" fmla="*/ 182003 h 762200"/>
                  <a:gd name="connsiteX26" fmla="*/ 187152 w 512281"/>
                  <a:gd name="connsiteY26" fmla="*/ 187343 h 762200"/>
                  <a:gd name="connsiteX27" fmla="*/ 8930 w 512281"/>
                  <a:gd name="connsiteY27" fmla="*/ 141575 h 762200"/>
                  <a:gd name="connsiteX28" fmla="*/ 44707 w 512281"/>
                  <a:gd name="connsiteY28" fmla="*/ 17122 h 762200"/>
                  <a:gd name="connsiteX29" fmla="*/ 109834 w 512281"/>
                  <a:gd name="connsiteY29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5740 w 512281"/>
                  <a:gd name="connsiteY19" fmla="*/ 185658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762200 h 762200"/>
                  <a:gd name="connsiteX16" fmla="*/ 455557 w 512281"/>
                  <a:gd name="connsiteY16" fmla="*/ 762200 h 762200"/>
                  <a:gd name="connsiteX17" fmla="*/ 455557 w 512281"/>
                  <a:gd name="connsiteY17" fmla="*/ 438200 h 762200"/>
                  <a:gd name="connsiteX18" fmla="*/ 440408 w 512281"/>
                  <a:gd name="connsiteY18" fmla="*/ 196322 h 762200"/>
                  <a:gd name="connsiteX19" fmla="*/ 324332 w 512281"/>
                  <a:gd name="connsiteY19" fmla="*/ 169856 h 762200"/>
                  <a:gd name="connsiteX20" fmla="*/ 396365 w 512281"/>
                  <a:gd name="connsiteY20" fmla="*/ 229971 h 762200"/>
                  <a:gd name="connsiteX21" fmla="*/ 359909 w 512281"/>
                  <a:gd name="connsiteY21" fmla="*/ 331785 h 762200"/>
                  <a:gd name="connsiteX22" fmla="*/ 229186 w 512281"/>
                  <a:gd name="connsiteY22" fmla="*/ 280446 h 762200"/>
                  <a:gd name="connsiteX23" fmla="*/ 270187 w 512281"/>
                  <a:gd name="connsiteY23" fmla="*/ 182003 h 762200"/>
                  <a:gd name="connsiteX24" fmla="*/ 187152 w 512281"/>
                  <a:gd name="connsiteY24" fmla="*/ 187343 h 762200"/>
                  <a:gd name="connsiteX25" fmla="*/ 8930 w 512281"/>
                  <a:gd name="connsiteY25" fmla="*/ 141575 h 762200"/>
                  <a:gd name="connsiteX26" fmla="*/ 44707 w 512281"/>
                  <a:gd name="connsiteY26" fmla="*/ 17122 h 762200"/>
                  <a:gd name="connsiteX27" fmla="*/ 109834 w 512281"/>
                  <a:gd name="connsiteY27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91557 w 512281"/>
                  <a:gd name="connsiteY14" fmla="*/ 762200 h 762200"/>
                  <a:gd name="connsiteX15" fmla="*/ 455557 w 512281"/>
                  <a:gd name="connsiteY15" fmla="*/ 762200 h 762200"/>
                  <a:gd name="connsiteX16" fmla="*/ 455557 w 512281"/>
                  <a:gd name="connsiteY16" fmla="*/ 438200 h 762200"/>
                  <a:gd name="connsiteX17" fmla="*/ 440408 w 512281"/>
                  <a:gd name="connsiteY17" fmla="*/ 196322 h 762200"/>
                  <a:gd name="connsiteX18" fmla="*/ 324332 w 512281"/>
                  <a:gd name="connsiteY18" fmla="*/ 169856 h 762200"/>
                  <a:gd name="connsiteX19" fmla="*/ 396365 w 512281"/>
                  <a:gd name="connsiteY19" fmla="*/ 229971 h 762200"/>
                  <a:gd name="connsiteX20" fmla="*/ 359909 w 512281"/>
                  <a:gd name="connsiteY20" fmla="*/ 331785 h 762200"/>
                  <a:gd name="connsiteX21" fmla="*/ 229186 w 512281"/>
                  <a:gd name="connsiteY21" fmla="*/ 280446 h 762200"/>
                  <a:gd name="connsiteX22" fmla="*/ 270187 w 512281"/>
                  <a:gd name="connsiteY22" fmla="*/ 182003 h 762200"/>
                  <a:gd name="connsiteX23" fmla="*/ 187152 w 512281"/>
                  <a:gd name="connsiteY23" fmla="*/ 187343 h 762200"/>
                  <a:gd name="connsiteX24" fmla="*/ 8930 w 512281"/>
                  <a:gd name="connsiteY24" fmla="*/ 141575 h 762200"/>
                  <a:gd name="connsiteX25" fmla="*/ 44707 w 512281"/>
                  <a:gd name="connsiteY25" fmla="*/ 17122 h 762200"/>
                  <a:gd name="connsiteX26" fmla="*/ 109834 w 512281"/>
                  <a:gd name="connsiteY26" fmla="*/ 1057 h 762200"/>
                  <a:gd name="connsiteX0" fmla="*/ 306783 w 493414"/>
                  <a:gd name="connsiteY0" fmla="*/ 189898 h 762200"/>
                  <a:gd name="connsiteX1" fmla="*/ 289876 w 493414"/>
                  <a:gd name="connsiteY1" fmla="*/ 190650 h 762200"/>
                  <a:gd name="connsiteX2" fmla="*/ 249189 w 493414"/>
                  <a:gd name="connsiteY2" fmla="*/ 273251 h 762200"/>
                  <a:gd name="connsiteX3" fmla="*/ 348883 w 493414"/>
                  <a:gd name="connsiteY3" fmla="*/ 306106 h 762200"/>
                  <a:gd name="connsiteX4" fmla="*/ 374622 w 493414"/>
                  <a:gd name="connsiteY4" fmla="*/ 237693 h 762200"/>
                  <a:gd name="connsiteX5" fmla="*/ 306783 w 493414"/>
                  <a:gd name="connsiteY5" fmla="*/ 189898 h 762200"/>
                  <a:gd name="connsiteX6" fmla="*/ 109834 w 493414"/>
                  <a:gd name="connsiteY6" fmla="*/ 1057 h 762200"/>
                  <a:gd name="connsiteX7" fmla="*/ 155443 w 493414"/>
                  <a:gd name="connsiteY7" fmla="*/ 28580 h 762200"/>
                  <a:gd name="connsiteX8" fmla="*/ 65696 w 493414"/>
                  <a:gd name="connsiteY8" fmla="*/ 21327 h 762200"/>
                  <a:gd name="connsiteX9" fmla="*/ 31398 w 493414"/>
                  <a:gd name="connsiteY9" fmla="*/ 135236 h 762200"/>
                  <a:gd name="connsiteX10" fmla="*/ 216992 w 493414"/>
                  <a:gd name="connsiteY10" fmla="*/ 159644 h 762200"/>
                  <a:gd name="connsiteX11" fmla="*/ 292380 w 493414"/>
                  <a:gd name="connsiteY11" fmla="*/ 160917 h 762200"/>
                  <a:gd name="connsiteX12" fmla="*/ 466993 w 493414"/>
                  <a:gd name="connsiteY12" fmla="*/ 171065 h 762200"/>
                  <a:gd name="connsiteX13" fmla="*/ 491557 w 493414"/>
                  <a:gd name="connsiteY13" fmla="*/ 762200 h 762200"/>
                  <a:gd name="connsiteX14" fmla="*/ 455557 w 493414"/>
                  <a:gd name="connsiteY14" fmla="*/ 762200 h 762200"/>
                  <a:gd name="connsiteX15" fmla="*/ 455557 w 493414"/>
                  <a:gd name="connsiteY15" fmla="*/ 438200 h 762200"/>
                  <a:gd name="connsiteX16" fmla="*/ 440408 w 493414"/>
                  <a:gd name="connsiteY16" fmla="*/ 196322 h 762200"/>
                  <a:gd name="connsiteX17" fmla="*/ 324332 w 493414"/>
                  <a:gd name="connsiteY17" fmla="*/ 169856 h 762200"/>
                  <a:gd name="connsiteX18" fmla="*/ 396365 w 493414"/>
                  <a:gd name="connsiteY18" fmla="*/ 229971 h 762200"/>
                  <a:gd name="connsiteX19" fmla="*/ 359909 w 493414"/>
                  <a:gd name="connsiteY19" fmla="*/ 331785 h 762200"/>
                  <a:gd name="connsiteX20" fmla="*/ 229186 w 493414"/>
                  <a:gd name="connsiteY20" fmla="*/ 280446 h 762200"/>
                  <a:gd name="connsiteX21" fmla="*/ 270187 w 493414"/>
                  <a:gd name="connsiteY21" fmla="*/ 182003 h 762200"/>
                  <a:gd name="connsiteX22" fmla="*/ 187152 w 493414"/>
                  <a:gd name="connsiteY22" fmla="*/ 187343 h 762200"/>
                  <a:gd name="connsiteX23" fmla="*/ 8930 w 493414"/>
                  <a:gd name="connsiteY23" fmla="*/ 141575 h 762200"/>
                  <a:gd name="connsiteX24" fmla="*/ 44707 w 493414"/>
                  <a:gd name="connsiteY24" fmla="*/ 17122 h 762200"/>
                  <a:gd name="connsiteX25" fmla="*/ 109834 w 493414"/>
                  <a:gd name="connsiteY25" fmla="*/ 1057 h 762200"/>
                  <a:gd name="connsiteX0" fmla="*/ 306783 w 509105"/>
                  <a:gd name="connsiteY0" fmla="*/ 189898 h 762200"/>
                  <a:gd name="connsiteX1" fmla="*/ 289876 w 509105"/>
                  <a:gd name="connsiteY1" fmla="*/ 190650 h 762200"/>
                  <a:gd name="connsiteX2" fmla="*/ 249189 w 509105"/>
                  <a:gd name="connsiteY2" fmla="*/ 273251 h 762200"/>
                  <a:gd name="connsiteX3" fmla="*/ 348883 w 509105"/>
                  <a:gd name="connsiteY3" fmla="*/ 306106 h 762200"/>
                  <a:gd name="connsiteX4" fmla="*/ 374622 w 509105"/>
                  <a:gd name="connsiteY4" fmla="*/ 237693 h 762200"/>
                  <a:gd name="connsiteX5" fmla="*/ 306783 w 509105"/>
                  <a:gd name="connsiteY5" fmla="*/ 189898 h 762200"/>
                  <a:gd name="connsiteX6" fmla="*/ 109834 w 509105"/>
                  <a:gd name="connsiteY6" fmla="*/ 1057 h 762200"/>
                  <a:gd name="connsiteX7" fmla="*/ 155443 w 509105"/>
                  <a:gd name="connsiteY7" fmla="*/ 28580 h 762200"/>
                  <a:gd name="connsiteX8" fmla="*/ 65696 w 509105"/>
                  <a:gd name="connsiteY8" fmla="*/ 21327 h 762200"/>
                  <a:gd name="connsiteX9" fmla="*/ 31398 w 509105"/>
                  <a:gd name="connsiteY9" fmla="*/ 135236 h 762200"/>
                  <a:gd name="connsiteX10" fmla="*/ 216992 w 509105"/>
                  <a:gd name="connsiteY10" fmla="*/ 159644 h 762200"/>
                  <a:gd name="connsiteX11" fmla="*/ 292380 w 509105"/>
                  <a:gd name="connsiteY11" fmla="*/ 160917 h 762200"/>
                  <a:gd name="connsiteX12" fmla="*/ 466993 w 509105"/>
                  <a:gd name="connsiteY12" fmla="*/ 171065 h 762200"/>
                  <a:gd name="connsiteX13" fmla="*/ 491557 w 509105"/>
                  <a:gd name="connsiteY13" fmla="*/ 762200 h 762200"/>
                  <a:gd name="connsiteX14" fmla="*/ 455557 w 509105"/>
                  <a:gd name="connsiteY14" fmla="*/ 762200 h 762200"/>
                  <a:gd name="connsiteX15" fmla="*/ 455557 w 509105"/>
                  <a:gd name="connsiteY15" fmla="*/ 438200 h 762200"/>
                  <a:gd name="connsiteX16" fmla="*/ 440408 w 509105"/>
                  <a:gd name="connsiteY16" fmla="*/ 196322 h 762200"/>
                  <a:gd name="connsiteX17" fmla="*/ 324332 w 509105"/>
                  <a:gd name="connsiteY17" fmla="*/ 169856 h 762200"/>
                  <a:gd name="connsiteX18" fmla="*/ 396365 w 509105"/>
                  <a:gd name="connsiteY18" fmla="*/ 229971 h 762200"/>
                  <a:gd name="connsiteX19" fmla="*/ 359909 w 509105"/>
                  <a:gd name="connsiteY19" fmla="*/ 331785 h 762200"/>
                  <a:gd name="connsiteX20" fmla="*/ 229186 w 509105"/>
                  <a:gd name="connsiteY20" fmla="*/ 280446 h 762200"/>
                  <a:gd name="connsiteX21" fmla="*/ 270187 w 509105"/>
                  <a:gd name="connsiteY21" fmla="*/ 182003 h 762200"/>
                  <a:gd name="connsiteX22" fmla="*/ 187152 w 509105"/>
                  <a:gd name="connsiteY22" fmla="*/ 187343 h 762200"/>
                  <a:gd name="connsiteX23" fmla="*/ 8930 w 509105"/>
                  <a:gd name="connsiteY23" fmla="*/ 141575 h 762200"/>
                  <a:gd name="connsiteX24" fmla="*/ 44707 w 509105"/>
                  <a:gd name="connsiteY24" fmla="*/ 17122 h 762200"/>
                  <a:gd name="connsiteX25" fmla="*/ 109834 w 509105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4733"/>
                  <a:gd name="connsiteY0" fmla="*/ 189898 h 762200"/>
                  <a:gd name="connsiteX1" fmla="*/ 289876 w 504733"/>
                  <a:gd name="connsiteY1" fmla="*/ 190650 h 762200"/>
                  <a:gd name="connsiteX2" fmla="*/ 249189 w 504733"/>
                  <a:gd name="connsiteY2" fmla="*/ 273251 h 762200"/>
                  <a:gd name="connsiteX3" fmla="*/ 348883 w 504733"/>
                  <a:gd name="connsiteY3" fmla="*/ 306106 h 762200"/>
                  <a:gd name="connsiteX4" fmla="*/ 374622 w 504733"/>
                  <a:gd name="connsiteY4" fmla="*/ 237693 h 762200"/>
                  <a:gd name="connsiteX5" fmla="*/ 306783 w 504733"/>
                  <a:gd name="connsiteY5" fmla="*/ 189898 h 762200"/>
                  <a:gd name="connsiteX6" fmla="*/ 109834 w 504733"/>
                  <a:gd name="connsiteY6" fmla="*/ 1057 h 762200"/>
                  <a:gd name="connsiteX7" fmla="*/ 155443 w 504733"/>
                  <a:gd name="connsiteY7" fmla="*/ 28580 h 762200"/>
                  <a:gd name="connsiteX8" fmla="*/ 65696 w 504733"/>
                  <a:gd name="connsiteY8" fmla="*/ 21327 h 762200"/>
                  <a:gd name="connsiteX9" fmla="*/ 31398 w 504733"/>
                  <a:gd name="connsiteY9" fmla="*/ 135236 h 762200"/>
                  <a:gd name="connsiteX10" fmla="*/ 216992 w 504733"/>
                  <a:gd name="connsiteY10" fmla="*/ 159644 h 762200"/>
                  <a:gd name="connsiteX11" fmla="*/ 292380 w 504733"/>
                  <a:gd name="connsiteY11" fmla="*/ 160917 h 762200"/>
                  <a:gd name="connsiteX12" fmla="*/ 466993 w 504733"/>
                  <a:gd name="connsiteY12" fmla="*/ 171065 h 762200"/>
                  <a:gd name="connsiteX13" fmla="*/ 491557 w 504733"/>
                  <a:gd name="connsiteY13" fmla="*/ 762200 h 762200"/>
                  <a:gd name="connsiteX14" fmla="*/ 455557 w 504733"/>
                  <a:gd name="connsiteY14" fmla="*/ 762200 h 762200"/>
                  <a:gd name="connsiteX15" fmla="*/ 455557 w 504733"/>
                  <a:gd name="connsiteY15" fmla="*/ 438200 h 762200"/>
                  <a:gd name="connsiteX16" fmla="*/ 440408 w 504733"/>
                  <a:gd name="connsiteY16" fmla="*/ 196322 h 762200"/>
                  <a:gd name="connsiteX17" fmla="*/ 324332 w 504733"/>
                  <a:gd name="connsiteY17" fmla="*/ 169856 h 762200"/>
                  <a:gd name="connsiteX18" fmla="*/ 396365 w 504733"/>
                  <a:gd name="connsiteY18" fmla="*/ 229971 h 762200"/>
                  <a:gd name="connsiteX19" fmla="*/ 359909 w 504733"/>
                  <a:gd name="connsiteY19" fmla="*/ 331785 h 762200"/>
                  <a:gd name="connsiteX20" fmla="*/ 229186 w 504733"/>
                  <a:gd name="connsiteY20" fmla="*/ 280446 h 762200"/>
                  <a:gd name="connsiteX21" fmla="*/ 270187 w 504733"/>
                  <a:gd name="connsiteY21" fmla="*/ 182003 h 762200"/>
                  <a:gd name="connsiteX22" fmla="*/ 187152 w 504733"/>
                  <a:gd name="connsiteY22" fmla="*/ 187343 h 762200"/>
                  <a:gd name="connsiteX23" fmla="*/ 8930 w 504733"/>
                  <a:gd name="connsiteY23" fmla="*/ 141575 h 762200"/>
                  <a:gd name="connsiteX24" fmla="*/ 44707 w 504733"/>
                  <a:gd name="connsiteY24" fmla="*/ 17122 h 762200"/>
                  <a:gd name="connsiteX25" fmla="*/ 109834 w 504733"/>
                  <a:gd name="connsiteY25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06512" h="762200">
                    <a:moveTo>
                      <a:pt x="306783" y="189898"/>
                    </a:moveTo>
                    <a:cubicBezTo>
                      <a:pt x="299046" y="187591"/>
                      <a:pt x="292868" y="187452"/>
                      <a:pt x="289876" y="190650"/>
                    </a:cubicBezTo>
                    <a:cubicBezTo>
                      <a:pt x="259870" y="222573"/>
                      <a:pt x="246458" y="254531"/>
                      <a:pt x="249189" y="273251"/>
                    </a:cubicBezTo>
                    <a:cubicBezTo>
                      <a:pt x="268306" y="353974"/>
                      <a:pt x="331212" y="318750"/>
                      <a:pt x="348883" y="306106"/>
                    </a:cubicBezTo>
                    <a:cubicBezTo>
                      <a:pt x="367900" y="292499"/>
                      <a:pt x="387594" y="265697"/>
                      <a:pt x="374622" y="237693"/>
                    </a:cubicBezTo>
                    <a:cubicBezTo>
                      <a:pt x="367246" y="223261"/>
                      <a:pt x="329996" y="196820"/>
                      <a:pt x="306783" y="189898"/>
                    </a:cubicBezTo>
                    <a:close/>
                    <a:moveTo>
                      <a:pt x="109834" y="1057"/>
                    </a:moveTo>
                    <a:cubicBezTo>
                      <a:pt x="132102" y="4320"/>
                      <a:pt x="151116" y="14848"/>
                      <a:pt x="155443" y="28580"/>
                    </a:cubicBezTo>
                    <a:cubicBezTo>
                      <a:pt x="127881" y="12552"/>
                      <a:pt x="103688" y="-6340"/>
                      <a:pt x="65696" y="21327"/>
                    </a:cubicBezTo>
                    <a:cubicBezTo>
                      <a:pt x="31913" y="43481"/>
                      <a:pt x="9392" y="104810"/>
                      <a:pt x="31398" y="135236"/>
                    </a:cubicBezTo>
                    <a:cubicBezTo>
                      <a:pt x="48137" y="163563"/>
                      <a:pt x="89165" y="186693"/>
                      <a:pt x="216992" y="159644"/>
                    </a:cubicBezTo>
                    <a:cubicBezTo>
                      <a:pt x="244402" y="156841"/>
                      <a:pt x="266823" y="152234"/>
                      <a:pt x="292380" y="160917"/>
                    </a:cubicBezTo>
                    <a:cubicBezTo>
                      <a:pt x="334036" y="114529"/>
                      <a:pt x="426455" y="129314"/>
                      <a:pt x="466993" y="171065"/>
                    </a:cubicBezTo>
                    <a:cubicBezTo>
                      <a:pt x="533795" y="261312"/>
                      <a:pt x="497159" y="342620"/>
                      <a:pt x="490589" y="441142"/>
                    </a:cubicBezTo>
                    <a:cubicBezTo>
                      <a:pt x="494683" y="539664"/>
                      <a:pt x="488509" y="666924"/>
                      <a:pt x="491557" y="762200"/>
                    </a:cubicBezTo>
                    <a:lnTo>
                      <a:pt x="455557" y="762200"/>
                    </a:lnTo>
                    <a:lnTo>
                      <a:pt x="455557" y="438200"/>
                    </a:lnTo>
                    <a:cubicBezTo>
                      <a:pt x="455838" y="341579"/>
                      <a:pt x="501441" y="290277"/>
                      <a:pt x="440408" y="196322"/>
                    </a:cubicBezTo>
                    <a:cubicBezTo>
                      <a:pt x="419298" y="172379"/>
                      <a:pt x="352024" y="139359"/>
                      <a:pt x="324332" y="169856"/>
                    </a:cubicBezTo>
                    <a:cubicBezTo>
                      <a:pt x="346668" y="180852"/>
                      <a:pt x="383115" y="203759"/>
                      <a:pt x="396365" y="229971"/>
                    </a:cubicBezTo>
                    <a:cubicBezTo>
                      <a:pt x="412500" y="265777"/>
                      <a:pt x="395219" y="311428"/>
                      <a:pt x="359909" y="331785"/>
                    </a:cubicBezTo>
                    <a:cubicBezTo>
                      <a:pt x="328606" y="349120"/>
                      <a:pt x="251964" y="384120"/>
                      <a:pt x="229186" y="280446"/>
                    </a:cubicBezTo>
                    <a:cubicBezTo>
                      <a:pt x="226138" y="256553"/>
                      <a:pt x="231243" y="223444"/>
                      <a:pt x="270187" y="182003"/>
                    </a:cubicBezTo>
                    <a:cubicBezTo>
                      <a:pt x="243934" y="176605"/>
                      <a:pt x="224341" y="180637"/>
                      <a:pt x="187152" y="187343"/>
                    </a:cubicBezTo>
                    <a:cubicBezTo>
                      <a:pt x="144712" y="194996"/>
                      <a:pt x="41863" y="215332"/>
                      <a:pt x="8930" y="141575"/>
                    </a:cubicBezTo>
                    <a:cubicBezTo>
                      <a:pt x="-8317" y="104006"/>
                      <a:pt x="-2725" y="63265"/>
                      <a:pt x="44707" y="17122"/>
                    </a:cubicBezTo>
                    <a:cubicBezTo>
                      <a:pt x="62047" y="1795"/>
                      <a:pt x="87567" y="-2207"/>
                      <a:pt x="109834" y="10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3CA9204-A7FE-4348-B6EA-62F538002E17}"/>
              </a:ext>
            </a:extLst>
          </p:cNvPr>
          <p:cNvSpPr txBox="1"/>
          <p:nvPr/>
        </p:nvSpPr>
        <p:spPr>
          <a:xfrm>
            <a:off x="7845403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72D0330-6A60-40FD-B804-E363C3479DE8}"/>
              </a:ext>
            </a:extLst>
          </p:cNvPr>
          <p:cNvSpPr txBox="1"/>
          <p:nvPr/>
        </p:nvSpPr>
        <p:spPr>
          <a:xfrm>
            <a:off x="7625047" y="3297857"/>
            <a:ext cx="14355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causes two big problems:</a:t>
            </a:r>
          </a:p>
          <a:p>
            <a:r>
              <a:rPr lang="en-US" sz="1200" dirty="0"/>
              <a:t>Too much water → waste of water</a:t>
            </a:r>
          </a:p>
          <a:p>
            <a:r>
              <a:rPr lang="en-US" sz="1200" dirty="0"/>
              <a:t>Too little water → plants do not grow well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ED36487-3BFD-43D9-BED3-714003225473}"/>
              </a:ext>
            </a:extLst>
          </p:cNvPr>
          <p:cNvSpPr txBox="1"/>
          <p:nvPr/>
        </p:nvSpPr>
        <p:spPr>
          <a:xfrm>
            <a:off x="978041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F73F6BA-BAAD-4A76-A3BA-5DAA9E1BD500}"/>
              </a:ext>
            </a:extLst>
          </p:cNvPr>
          <p:cNvSpPr txBox="1"/>
          <p:nvPr/>
        </p:nvSpPr>
        <p:spPr>
          <a:xfrm>
            <a:off x="9560062" y="3427221"/>
            <a:ext cx="220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Farmers usually water plants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manually or with simple timers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ctr"/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4BF561A-50DA-4D26-B367-0DBAA0C0DDA8}"/>
              </a:ext>
            </a:extLst>
          </p:cNvPr>
          <p:cNvSpPr txBox="1"/>
          <p:nvPr/>
        </p:nvSpPr>
        <p:spPr>
          <a:xfrm>
            <a:off x="401669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04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915579C-8B56-4FD7-97B8-27CDCFB65769}"/>
              </a:ext>
            </a:extLst>
          </p:cNvPr>
          <p:cNvSpPr txBox="1"/>
          <p:nvPr/>
        </p:nvSpPr>
        <p:spPr>
          <a:xfrm>
            <a:off x="3848194" y="3410670"/>
            <a:ext cx="1401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As engineers we need to solve this problem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FB86308-371D-46FF-A211-A31B615123AD}"/>
              </a:ext>
            </a:extLst>
          </p:cNvPr>
          <p:cNvSpPr txBox="1"/>
          <p:nvPr/>
        </p:nvSpPr>
        <p:spPr>
          <a:xfrm>
            <a:off x="5931051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9D427B0-19A4-4A34-B2F0-66F7389D9EBC}"/>
              </a:ext>
            </a:extLst>
          </p:cNvPr>
          <p:cNvSpPr txBox="1"/>
          <p:nvPr/>
        </p:nvSpPr>
        <p:spPr>
          <a:xfrm>
            <a:off x="5710696" y="3427221"/>
            <a:ext cx="1389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Because of climate change</a:t>
            </a:r>
          </a:p>
          <a:p>
            <a:r>
              <a:rPr lang="en-US" sz="1200" dirty="0"/>
              <a:t>farmers not using technology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0405F1-C668-4AA5-85F6-3FE7A717B9BF}"/>
              </a:ext>
            </a:extLst>
          </p:cNvPr>
          <p:cNvSpPr txBox="1"/>
          <p:nvPr/>
        </p:nvSpPr>
        <p:spPr>
          <a:xfrm>
            <a:off x="2102345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05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E8EAD11-8A81-4D3A-BBB2-59FE47A19D93}"/>
              </a:ext>
            </a:extLst>
          </p:cNvPr>
          <p:cNvSpPr txBox="1"/>
          <p:nvPr/>
        </p:nvSpPr>
        <p:spPr>
          <a:xfrm>
            <a:off x="1894005" y="3205012"/>
            <a:ext cx="15833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authors want a system that: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decides how much water plants need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opens the water pump valve by the correct amount.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B0318E29-CEB6-4C18-934B-1EEE4FFBF472}"/>
              </a:ext>
            </a:extLst>
          </p:cNvPr>
          <p:cNvGrpSpPr/>
          <p:nvPr/>
        </p:nvGrpSpPr>
        <p:grpSpPr>
          <a:xfrm rot="10800000">
            <a:off x="1575617" y="3352264"/>
            <a:ext cx="2013796" cy="2658860"/>
            <a:chOff x="1461188" y="2203612"/>
            <a:chExt cx="2149652" cy="2838234"/>
          </a:xfrm>
          <a:solidFill>
            <a:schemeClr val="accent4"/>
          </a:solidFill>
        </p:grpSpPr>
        <p:sp>
          <p:nvSpPr>
            <p:cNvPr id="121" name="막힌 원호 120">
              <a:extLst>
                <a:ext uri="{FF2B5EF4-FFF2-40B4-BE49-F238E27FC236}">
                  <a16:creationId xmlns:a16="http://schemas.microsoft.com/office/drawing/2014/main" id="{F3616F0D-EB1F-4A36-AB5C-0D5C34EF591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BB25F07F-C37B-4219-A2BD-735F62E4B8A7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9E6F0635-5EC3-4AAD-B83A-EB9A74D9F158}"/>
                </a:ext>
              </a:extLst>
            </p:cNvPr>
            <p:cNvSpPr/>
            <p:nvPr/>
          </p:nvSpPr>
          <p:spPr>
            <a:xfrm>
              <a:off x="3508975" y="3274127"/>
              <a:ext cx="101865" cy="1767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46B90266-E09F-48E5-A91A-020EE2261313}"/>
              </a:ext>
            </a:extLst>
          </p:cNvPr>
          <p:cNvGrpSpPr/>
          <p:nvPr/>
        </p:nvGrpSpPr>
        <p:grpSpPr>
          <a:xfrm>
            <a:off x="3496412" y="1812378"/>
            <a:ext cx="2013796" cy="2658853"/>
            <a:chOff x="1461188" y="2203612"/>
            <a:chExt cx="2149652" cy="2838233"/>
          </a:xfrm>
          <a:solidFill>
            <a:schemeClr val="accent3"/>
          </a:solidFill>
        </p:grpSpPr>
        <p:sp>
          <p:nvSpPr>
            <p:cNvPr id="125" name="막힌 원호 124">
              <a:extLst>
                <a:ext uri="{FF2B5EF4-FFF2-40B4-BE49-F238E27FC236}">
                  <a16:creationId xmlns:a16="http://schemas.microsoft.com/office/drawing/2014/main" id="{F9E31CF4-C1D9-480C-99DC-E22AB9D0099D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708816C-C593-4808-80EC-938A74C00677}"/>
                </a:ext>
              </a:extLst>
            </p:cNvPr>
            <p:cNvSpPr/>
            <p:nvPr/>
          </p:nvSpPr>
          <p:spPr>
            <a:xfrm>
              <a:off x="1461188" y="3274122"/>
              <a:ext cx="101865" cy="17677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9C8983AA-50E0-470A-96A9-F0A91EA0E19E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2968AAA4-E706-4A84-AE6D-A5123371EE2A}"/>
              </a:ext>
            </a:extLst>
          </p:cNvPr>
          <p:cNvGrpSpPr/>
          <p:nvPr/>
        </p:nvGrpSpPr>
        <p:grpSpPr>
          <a:xfrm rot="10800000">
            <a:off x="5410018" y="3352264"/>
            <a:ext cx="2013796" cy="2658859"/>
            <a:chOff x="1461188" y="2203612"/>
            <a:chExt cx="2149652" cy="2838233"/>
          </a:xfrm>
          <a:solidFill>
            <a:schemeClr val="accent2"/>
          </a:solidFill>
        </p:grpSpPr>
        <p:sp>
          <p:nvSpPr>
            <p:cNvPr id="129" name="막힌 원호 128">
              <a:extLst>
                <a:ext uri="{FF2B5EF4-FFF2-40B4-BE49-F238E27FC236}">
                  <a16:creationId xmlns:a16="http://schemas.microsoft.com/office/drawing/2014/main" id="{410BFA2E-8E0B-410F-A03F-2CA1227DBA3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1126EA57-0D05-4181-823C-90EB71E76F13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B38544FF-A4C8-485A-9D26-41DBF5BE11A7}"/>
                </a:ext>
              </a:extLst>
            </p:cNvPr>
            <p:cNvSpPr/>
            <p:nvPr/>
          </p:nvSpPr>
          <p:spPr>
            <a:xfrm>
              <a:off x="3508975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1715B663-5FBC-423B-8729-3903A5149659}"/>
              </a:ext>
            </a:extLst>
          </p:cNvPr>
          <p:cNvGrpSpPr/>
          <p:nvPr/>
        </p:nvGrpSpPr>
        <p:grpSpPr>
          <a:xfrm>
            <a:off x="7318674" y="1812378"/>
            <a:ext cx="2013796" cy="2658859"/>
            <a:chOff x="1461188" y="2203612"/>
            <a:chExt cx="2149652" cy="2838233"/>
          </a:xfrm>
          <a:solidFill>
            <a:schemeClr val="accent1"/>
          </a:solidFill>
        </p:grpSpPr>
        <p:sp>
          <p:nvSpPr>
            <p:cNvPr id="133" name="막힌 원호 132">
              <a:extLst>
                <a:ext uri="{FF2B5EF4-FFF2-40B4-BE49-F238E27FC236}">
                  <a16:creationId xmlns:a16="http://schemas.microsoft.com/office/drawing/2014/main" id="{0F229ABB-B298-4DD1-8FB7-0336BA4662C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244B01A3-146F-4C64-BFF8-8E0156C93FD3}"/>
                </a:ext>
              </a:extLst>
            </p:cNvPr>
            <p:cNvSpPr/>
            <p:nvPr/>
          </p:nvSpPr>
          <p:spPr>
            <a:xfrm>
              <a:off x="1461188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21869ED7-A1BE-449E-A12C-40A1E905C110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61D83EE7-0289-48AA-BEB8-A9BD7D7D6A64}"/>
              </a:ext>
            </a:extLst>
          </p:cNvPr>
          <p:cNvGrpSpPr/>
          <p:nvPr/>
        </p:nvGrpSpPr>
        <p:grpSpPr>
          <a:xfrm>
            <a:off x="1372943" y="3222994"/>
            <a:ext cx="378655" cy="337248"/>
            <a:chOff x="1249118" y="3971544"/>
            <a:chExt cx="404200" cy="360000"/>
          </a:xfrm>
          <a:solidFill>
            <a:schemeClr val="accent4"/>
          </a:solidFill>
        </p:grpSpPr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D063E457-D4B2-49C0-B0D0-ABAA591C38E2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0135F6AB-02E2-484F-B93B-405156F9FD9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DB837F69-CED5-4243-BED2-DF9395083DDD}"/>
              </a:ext>
            </a:extLst>
          </p:cNvPr>
          <p:cNvGrpSpPr/>
          <p:nvPr/>
        </p:nvGrpSpPr>
        <p:grpSpPr>
          <a:xfrm rot="10800000">
            <a:off x="3421276" y="4248549"/>
            <a:ext cx="378655" cy="337248"/>
            <a:chOff x="1249118" y="3971544"/>
            <a:chExt cx="404200" cy="360000"/>
          </a:xfrm>
          <a:solidFill>
            <a:schemeClr val="accent3"/>
          </a:solidFill>
        </p:grpSpPr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DAE1A349-932F-4CAF-81AE-E0F56C54DD8D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650FFCC9-53EA-4825-B2CE-4E7358CD64D1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FEFBE77-5DE8-4429-8716-6524543B9A55}"/>
              </a:ext>
            </a:extLst>
          </p:cNvPr>
          <p:cNvSpPr/>
          <p:nvPr/>
        </p:nvSpPr>
        <p:spPr>
          <a:xfrm>
            <a:off x="9237042" y="3333738"/>
            <a:ext cx="101865" cy="13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DA8B8895-F071-4DF6-A1E4-6E7BAFAC9C2B}"/>
              </a:ext>
            </a:extLst>
          </p:cNvPr>
          <p:cNvGrpSpPr/>
          <p:nvPr/>
        </p:nvGrpSpPr>
        <p:grpSpPr>
          <a:xfrm rot="10800000">
            <a:off x="7238911" y="4248548"/>
            <a:ext cx="378655" cy="337248"/>
            <a:chOff x="1249118" y="3971544"/>
            <a:chExt cx="404200" cy="360000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07D07547-84D0-4C68-9365-5D48FF0F655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CFFDD2C2-FE62-48DD-9BCB-49DC8D4E0865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2D18FA2-9010-4EA1-A1EF-35A1DF2AAE9B}"/>
              </a:ext>
            </a:extLst>
          </p:cNvPr>
          <p:cNvGrpSpPr/>
          <p:nvPr/>
        </p:nvGrpSpPr>
        <p:grpSpPr>
          <a:xfrm>
            <a:off x="9033239" y="3222994"/>
            <a:ext cx="378655" cy="337248"/>
            <a:chOff x="1249118" y="3971544"/>
            <a:chExt cx="404200" cy="360000"/>
          </a:xfrm>
          <a:solidFill>
            <a:schemeClr val="accent6"/>
          </a:solidFill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D0C8E573-92E9-42A5-AE78-8DB7ACF94EE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4BE5873D-FC13-4556-AEAA-DE6AC281B1A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C848DEE7-B601-4AC2-B4B2-2CC74BF6A54D}"/>
              </a:ext>
            </a:extLst>
          </p:cNvPr>
          <p:cNvGrpSpPr/>
          <p:nvPr/>
        </p:nvGrpSpPr>
        <p:grpSpPr>
          <a:xfrm>
            <a:off x="5212799" y="3222994"/>
            <a:ext cx="378655" cy="337248"/>
            <a:chOff x="1249118" y="3971544"/>
            <a:chExt cx="404200" cy="360000"/>
          </a:xfrm>
          <a:solidFill>
            <a:schemeClr val="accent2"/>
          </a:solidFill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4F018CBD-F773-4FEA-9EAA-79A0DCC8397C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615BD2B4-AC2A-4D1A-8161-D3EF07846803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Smiley Face 15">
            <a:extLst>
              <a:ext uri="{FF2B5EF4-FFF2-40B4-BE49-F238E27FC236}">
                <a16:creationId xmlns:a16="http://schemas.microsoft.com/office/drawing/2014/main" id="{722DE67E-D884-0EEB-1D36-416EA569F092}"/>
              </a:ext>
            </a:extLst>
          </p:cNvPr>
          <p:cNvSpPr/>
          <p:nvPr/>
        </p:nvSpPr>
        <p:spPr>
          <a:xfrm>
            <a:off x="8967522" y="4772822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F0A1334E-682B-18F7-CF03-3AF72A04C89D}"/>
              </a:ext>
            </a:extLst>
          </p:cNvPr>
          <p:cNvSpPr/>
          <p:nvPr/>
        </p:nvSpPr>
        <p:spPr>
          <a:xfrm>
            <a:off x="1674099" y="2005732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EFEA236-87CD-6107-88C6-66291A69F47C}"/>
              </a:ext>
            </a:extLst>
          </p:cNvPr>
          <p:cNvSpPr/>
          <p:nvPr/>
        </p:nvSpPr>
        <p:spPr>
          <a:xfrm>
            <a:off x="1816342" y="1553761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D884BC26-A88E-10D5-4B01-E068BF2B4B68}"/>
              </a:ext>
            </a:extLst>
          </p:cNvPr>
          <p:cNvSpPr/>
          <p:nvPr/>
        </p:nvSpPr>
        <p:spPr>
          <a:xfrm rot="1847899">
            <a:off x="1442659" y="1032208"/>
            <a:ext cx="360625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B2807991-35A5-4290-75E5-38CE84AF8CC0}"/>
              </a:ext>
            </a:extLst>
          </p:cNvPr>
          <p:cNvSpPr/>
          <p:nvPr/>
        </p:nvSpPr>
        <p:spPr>
          <a:xfrm rot="21449918">
            <a:off x="1136535" y="1433693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052B6C14-4020-9362-4890-DB6FD801D916}"/>
              </a:ext>
            </a:extLst>
          </p:cNvPr>
          <p:cNvSpPr/>
          <p:nvPr/>
        </p:nvSpPr>
        <p:spPr>
          <a:xfrm rot="20361974">
            <a:off x="897101" y="1753355"/>
            <a:ext cx="360624" cy="298052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C02915-04F8-15AE-1CBA-20FA5B910009}"/>
                  </a:ext>
                </a:extLst>
              </p14:cNvPr>
              <p14:cNvContentPartPr/>
              <p14:nvPr/>
            </p14:nvContentPartPr>
            <p14:xfrm>
              <a:off x="2308320" y="1449360"/>
              <a:ext cx="7688520" cy="372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C02915-04F8-15AE-1CBA-20FA5B9100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8960" y="1440000"/>
                <a:ext cx="7707240" cy="37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943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85E0-A95A-18B3-4036-D8926109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89CA3F-831F-2AE0-7BDC-2A052CD8A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8B759-4F9C-EF59-CC8D-99080B6509A3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Title: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AC5D4-2FC5-4925-41E7-97A7F2A886B8}"/>
              </a:ext>
            </a:extLst>
          </p:cNvPr>
          <p:cNvSpPr txBox="1"/>
          <p:nvPr/>
        </p:nvSpPr>
        <p:spPr>
          <a:xfrm>
            <a:off x="5487062" y="2125915"/>
            <a:ext cx="627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Implementation of an Irrigation System Using Support Vector Machine for Precision Agriculture Based on IoT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96691-B4F1-ECFE-2D24-39CC89042A9D}"/>
              </a:ext>
            </a:extLst>
          </p:cNvPr>
          <p:cNvSpPr txBox="1"/>
          <p:nvPr/>
        </p:nvSpPr>
        <p:spPr>
          <a:xfrm>
            <a:off x="5487062" y="2913472"/>
            <a:ext cx="59549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dirty="0"/>
              <a:t>Authors: A </a:t>
            </a:r>
            <a:r>
              <a:rPr lang="en-US" sz="1600" dirty="0" err="1"/>
              <a:t>Sumarudin</a:t>
            </a:r>
            <a:r>
              <a:rPr lang="en-US" sz="1600" dirty="0"/>
              <a:t>, E </a:t>
            </a:r>
            <a:r>
              <a:rPr lang="en-US" sz="1600" dirty="0" err="1"/>
              <a:t>Ismantohadi</a:t>
            </a:r>
            <a:r>
              <a:rPr lang="en-US" sz="1600" dirty="0"/>
              <a:t>, A </a:t>
            </a:r>
            <a:r>
              <a:rPr lang="en-US" sz="1600" dirty="0" err="1"/>
              <a:t>Puspaningrum</a:t>
            </a:r>
            <a:r>
              <a:rPr lang="en-US" sz="1600" dirty="0"/>
              <a:t>, S Maulana and M Nadi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600" dirty="0"/>
              <a:t>Affiliations: Informatics Department, </a:t>
            </a:r>
            <a:r>
              <a:rPr lang="en-US" sz="1600" dirty="0" err="1"/>
              <a:t>Politeknik</a:t>
            </a:r>
            <a:r>
              <a:rPr lang="en-US" sz="1600" dirty="0"/>
              <a:t> Negeri </a:t>
            </a:r>
            <a:r>
              <a:rPr lang="en-US" sz="1600" dirty="0" err="1"/>
              <a:t>Indramayu</a:t>
            </a:r>
            <a:r>
              <a:rPr lang="en-US" sz="1600" dirty="0"/>
              <a:t>, Jl. </a:t>
            </a:r>
            <a:r>
              <a:rPr lang="en-US" sz="1600" dirty="0" err="1"/>
              <a:t>Lohbener</a:t>
            </a:r>
            <a:r>
              <a:rPr lang="en-US" sz="1600" dirty="0"/>
              <a:t> Lama no 08, Indonesia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600" dirty="0"/>
              <a:t>Published under </a:t>
            </a:r>
            <a:r>
              <a:rPr lang="en-US" sz="1600" dirty="0" err="1"/>
              <a:t>licence</a:t>
            </a:r>
            <a:r>
              <a:rPr lang="en-US" sz="1600" dirty="0"/>
              <a:t> by IOP Publishing Ltd</a:t>
            </a:r>
          </a:p>
          <a:p>
            <a:pPr fontAlgn="base"/>
            <a:r>
              <a:rPr lang="en-US" sz="1600" dirty="0"/>
              <a:t>Paper link: </a:t>
            </a:r>
            <a:r>
              <a:rPr lang="en-US" sz="1600" dirty="0">
                <a:hlinkClick r:id="rId3"/>
              </a:rPr>
              <a:t>https://iopscience.iop.org/article/10.1088/1757-899X/1098/3/032098</a:t>
            </a:r>
            <a:endParaRPr lang="en-US" sz="1600" dirty="0"/>
          </a:p>
          <a:p>
            <a:pPr fontAlgn="base"/>
            <a:r>
              <a:rPr lang="en-US" sz="1600" dirty="0"/>
              <a:t>DOI:10.1088/1757-899X/1098/3/032098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0C08550-4901-3473-F3DF-E4E91A332EBA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5C36C9B-3BA0-9ADF-57FB-A1E0A2A84AFC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22EE2AF-8DA3-B65C-65FC-3B95437703EC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8584018F-A21A-6602-2B5B-A6BC6F108D5F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02A67ADB-67F3-BAA2-7272-7D78F12BF958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108BB5AB-63E9-99ED-9815-A3957E168287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A1463F0C-4FD1-35DA-3F0F-411317522D5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F4689F83-73DA-462F-4FF3-C3DFBA98BD8D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1544B57-16CB-A772-EA95-D22CF1816253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A2A93DDD-22E6-748F-E480-32701964AEF3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695CF3A3-FC64-C38B-9BAE-A37E1CF63208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BD6E51E1-6B4D-4347-3A2D-B37C0309EA0D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A5E6768B-121D-0086-5856-BA6AEA243B4D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8C5DAE83-DE4D-1DD0-1EC0-962EA9CC6246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0C9EAC3B-1A87-7CF0-B88F-88366C241FB5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CC195278-5EFE-C0D9-5830-4A1C1317CCD6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B13B41C6-CF5E-32A3-4C0F-79393F8410E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91D720-C7EC-0C91-9AF5-23A584A3D81A}"/>
                  </a:ext>
                </a:extLst>
              </p14:cNvPr>
              <p14:cNvContentPartPr/>
              <p14:nvPr/>
            </p14:nvContentPartPr>
            <p14:xfrm>
              <a:off x="5367600" y="3919320"/>
              <a:ext cx="4652280" cy="169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91D720-C7EC-0C91-9AF5-23A584A3D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8240" y="3909960"/>
                <a:ext cx="4671000" cy="170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13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B2C9-A6CA-9470-F2BD-1B16227C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4F497E-3479-4EAE-2B94-36A6FC109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200" dirty="0"/>
              <a:t>Proposed Solution -</a:t>
            </a:r>
            <a:r>
              <a:rPr lang="ko-KR" altLang="en-US" sz="3200" dirty="0"/>
              <a:t> </a:t>
            </a:r>
            <a:r>
              <a:rPr lang="en-US" sz="3200" dirty="0"/>
              <a:t>How does the system work?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07834C-5B5F-5632-B376-A650796C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419" y="1317363"/>
            <a:ext cx="6040296" cy="45485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085B63-479C-8B2C-DA57-CC2E2CF86D5C}"/>
                  </a:ext>
                </a:extLst>
              </p14:cNvPr>
              <p14:cNvContentPartPr/>
              <p14:nvPr/>
            </p14:nvContentPartPr>
            <p14:xfrm>
              <a:off x="637920" y="843120"/>
              <a:ext cx="11203200" cy="5671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085B63-479C-8B2C-DA57-CC2E2CF86D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560" y="833760"/>
                <a:ext cx="11221920" cy="569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79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4FBFF08-2E0A-462B-B606-3B2FE4EFB4F2}"/>
              </a:ext>
            </a:extLst>
          </p:cNvPr>
          <p:cNvGrpSpPr/>
          <p:nvPr/>
        </p:nvGrpSpPr>
        <p:grpSpPr>
          <a:xfrm>
            <a:off x="5350915" y="5306456"/>
            <a:ext cx="1390467" cy="1197039"/>
            <a:chOff x="7521194" y="5284915"/>
            <a:chExt cx="1137987" cy="97968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F2228D5-8E9C-4936-B84B-70A0BFBB845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5" name="Trapezoid 1">
                <a:extLst>
                  <a:ext uri="{FF2B5EF4-FFF2-40B4-BE49-F238E27FC236}">
                    <a16:creationId xmlns:a16="http://schemas.microsoft.com/office/drawing/2014/main" id="{2048F6C8-4AD1-4541-8681-5A6AD663D6C5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rapezoid 6">
                <a:extLst>
                  <a:ext uri="{FF2B5EF4-FFF2-40B4-BE49-F238E27FC236}">
                    <a16:creationId xmlns:a16="http://schemas.microsoft.com/office/drawing/2014/main" id="{A35447A5-8B40-48CE-BD46-F86049A1CF37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5">
                <a:extLst>
                  <a:ext uri="{FF2B5EF4-FFF2-40B4-BE49-F238E27FC236}">
                    <a16:creationId xmlns:a16="http://schemas.microsoft.com/office/drawing/2014/main" id="{72A635B7-F7B7-4AC0-B544-8389F72321C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Chord 23">
              <a:extLst>
                <a:ext uri="{FF2B5EF4-FFF2-40B4-BE49-F238E27FC236}">
                  <a16:creationId xmlns:a16="http://schemas.microsoft.com/office/drawing/2014/main" id="{9CEB90CC-0E30-4622-83DD-35E853BCCEB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8803" y="373453"/>
            <a:ext cx="11573197" cy="724247"/>
          </a:xfrm>
        </p:spPr>
        <p:txBody>
          <a:bodyPr/>
          <a:lstStyle/>
          <a:p>
            <a:r>
              <a:rPr lang="en-US" altLang="ko-KR" sz="3200" dirty="0"/>
              <a:t>Proposed Solution -</a:t>
            </a:r>
            <a:r>
              <a:rPr lang="ko-KR" altLang="en-US" sz="3200" dirty="0"/>
              <a:t> </a:t>
            </a:r>
            <a:r>
              <a:rPr lang="en-US" sz="3200" dirty="0"/>
              <a:t>How does the system work?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305EE0-B839-4405-9DCE-09602FA5BF0C}"/>
              </a:ext>
            </a:extLst>
          </p:cNvPr>
          <p:cNvGrpSpPr/>
          <p:nvPr/>
        </p:nvGrpSpPr>
        <p:grpSpPr>
          <a:xfrm>
            <a:off x="4923868" y="1609084"/>
            <a:ext cx="1249054" cy="1606738"/>
            <a:chOff x="4601988" y="3272228"/>
            <a:chExt cx="1249054" cy="1606738"/>
          </a:xfrm>
          <a:solidFill>
            <a:schemeClr val="accent1"/>
          </a:solidFill>
        </p:grpSpPr>
        <p:sp>
          <p:nvSpPr>
            <p:cNvPr id="7" name="Rounded Rectangle 15">
              <a:extLst>
                <a:ext uri="{FF2B5EF4-FFF2-40B4-BE49-F238E27FC236}">
                  <a16:creationId xmlns:a16="http://schemas.microsoft.com/office/drawing/2014/main" id="{F8B737C6-EBC3-4CBE-B901-B53F76932213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Isosceles Triangle 75">
              <a:extLst>
                <a:ext uri="{FF2B5EF4-FFF2-40B4-BE49-F238E27FC236}">
                  <a16:creationId xmlns:a16="http://schemas.microsoft.com/office/drawing/2014/main" id="{86935DC4-0FAC-4375-B2F2-AA589DD2DC9B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Group 78">
            <a:extLst>
              <a:ext uri="{FF2B5EF4-FFF2-40B4-BE49-F238E27FC236}">
                <a16:creationId xmlns:a16="http://schemas.microsoft.com/office/drawing/2014/main" id="{94A8772D-9BA2-42A1-AC2A-72FA88009FF0}"/>
              </a:ext>
            </a:extLst>
          </p:cNvPr>
          <p:cNvGrpSpPr/>
          <p:nvPr/>
        </p:nvGrpSpPr>
        <p:grpSpPr>
          <a:xfrm>
            <a:off x="7907405" y="2155013"/>
            <a:ext cx="3533147" cy="551929"/>
            <a:chOff x="270025" y="1633792"/>
            <a:chExt cx="3180927" cy="55744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B0565A-DF15-4D08-96C3-44F102335063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Prediction result is sent back using MQTT.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117510-36C1-48B0-AAEA-56982A1407CB}"/>
                </a:ext>
              </a:extLst>
            </p:cNvPr>
            <p:cNvSpPr txBox="1"/>
            <p:nvPr/>
          </p:nvSpPr>
          <p:spPr>
            <a:xfrm>
              <a:off x="270088" y="1633792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Send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ABA02BA4-98D2-4F3B-A0AE-B81F3D37FB13}"/>
              </a:ext>
            </a:extLst>
          </p:cNvPr>
          <p:cNvGrpSpPr/>
          <p:nvPr/>
        </p:nvGrpSpPr>
        <p:grpSpPr>
          <a:xfrm>
            <a:off x="7907404" y="3561596"/>
            <a:ext cx="3533077" cy="1253452"/>
            <a:chOff x="270024" y="1671304"/>
            <a:chExt cx="3180864" cy="12659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44ACCB-6B81-4C86-BCB8-2FBEA577A027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1025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Sensor nodes collect data.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 is sent wirelessly using LoRa radio.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 arrives at a gateway. 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Gateway sends data to the server using MQTT protocol.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58223A-F305-4526-A107-3D35A34D9C44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Collecting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84">
            <a:extLst>
              <a:ext uri="{FF2B5EF4-FFF2-40B4-BE49-F238E27FC236}">
                <a16:creationId xmlns:a16="http://schemas.microsoft.com/office/drawing/2014/main" id="{9B5BB089-9971-47FC-9F06-A9F67896593B}"/>
              </a:ext>
            </a:extLst>
          </p:cNvPr>
          <p:cNvGrpSpPr/>
          <p:nvPr/>
        </p:nvGrpSpPr>
        <p:grpSpPr>
          <a:xfrm>
            <a:off x="1301239" y="1475786"/>
            <a:ext cx="3144837" cy="514791"/>
            <a:chOff x="270024" y="1671304"/>
            <a:chExt cx="3180864" cy="51993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E8DBD-CCA1-4E04-BCF7-6968E24011F2}"/>
                </a:ext>
              </a:extLst>
            </p:cNvPr>
            <p:cNvSpPr txBox="1"/>
            <p:nvPr/>
          </p:nvSpPr>
          <p:spPr>
            <a:xfrm>
              <a:off x="270025" y="1911474"/>
              <a:ext cx="3180863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 watering becomes automatic and smart.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914E03-45BE-4C73-9033-8A442698328C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Actuator node opens pump valve</a:t>
              </a:r>
            </a:p>
          </p:txBody>
        </p:sp>
      </p:grpSp>
      <p:grpSp>
        <p:nvGrpSpPr>
          <p:cNvPr id="23" name="Group 87">
            <a:extLst>
              <a:ext uri="{FF2B5EF4-FFF2-40B4-BE49-F238E27FC236}">
                <a16:creationId xmlns:a16="http://schemas.microsoft.com/office/drawing/2014/main" id="{106A8AB4-6827-48F3-BA5D-A421B1806A1A}"/>
              </a:ext>
            </a:extLst>
          </p:cNvPr>
          <p:cNvGrpSpPr/>
          <p:nvPr/>
        </p:nvGrpSpPr>
        <p:grpSpPr>
          <a:xfrm>
            <a:off x="1033705" y="2883685"/>
            <a:ext cx="3493848" cy="699456"/>
            <a:chOff x="270024" y="1671304"/>
            <a:chExt cx="3180864" cy="70645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DF4FF-0B88-496B-9097-4A7996AE1ED1}"/>
                </a:ext>
              </a:extLst>
            </p:cNvPr>
            <p:cNvSpPr txBox="1"/>
            <p:nvPr/>
          </p:nvSpPr>
          <p:spPr>
            <a:xfrm>
              <a:off x="270025" y="1911472"/>
              <a:ext cx="3180863" cy="466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Server uses Support Vector Machine to predict how much water is needed.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072632-598F-432D-AE08-DF953F2E84EA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Support Vector Machine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FCAB225-5731-4EA2-8B75-9D5AE851240D}"/>
              </a:ext>
            </a:extLst>
          </p:cNvPr>
          <p:cNvGrpSpPr/>
          <p:nvPr/>
        </p:nvGrpSpPr>
        <p:grpSpPr>
          <a:xfrm flipH="1">
            <a:off x="5955407" y="2358064"/>
            <a:ext cx="1249054" cy="1606738"/>
            <a:chOff x="4601988" y="3272228"/>
            <a:chExt cx="1249054" cy="1606738"/>
          </a:xfrm>
          <a:solidFill>
            <a:schemeClr val="accent2"/>
          </a:solidFill>
        </p:grpSpPr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320F12A-7BB2-455C-80A3-633448BA5BE8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Isosceles Triangle 75">
              <a:extLst>
                <a:ext uri="{FF2B5EF4-FFF2-40B4-BE49-F238E27FC236}">
                  <a16:creationId xmlns:a16="http://schemas.microsoft.com/office/drawing/2014/main" id="{5A1E3C90-4A6E-42CC-81E6-EBA4095AEAF5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Group 87">
            <a:extLst>
              <a:ext uri="{FF2B5EF4-FFF2-40B4-BE49-F238E27FC236}">
                <a16:creationId xmlns:a16="http://schemas.microsoft.com/office/drawing/2014/main" id="{0E03B7FF-5299-44A5-866D-7AB4C9AB451E}"/>
              </a:ext>
            </a:extLst>
          </p:cNvPr>
          <p:cNvGrpSpPr/>
          <p:nvPr/>
        </p:nvGrpSpPr>
        <p:grpSpPr>
          <a:xfrm>
            <a:off x="1914084" y="4252280"/>
            <a:ext cx="2519809" cy="1068786"/>
            <a:chOff x="270024" y="1671304"/>
            <a:chExt cx="3180864" cy="107947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E3D1B0-D8F7-4231-A5B2-F5991A0CC74C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839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They measure:</a:t>
              </a:r>
            </a:p>
            <a:p>
              <a:r>
                <a:rPr lang="en-US" sz="1200" dirty="0"/>
                <a:t>Soil Moisture (how wet the soil is)</a:t>
              </a:r>
            </a:p>
            <a:p>
              <a:r>
                <a:rPr lang="en-US" sz="1200" dirty="0"/>
                <a:t>Air Temperature</a:t>
              </a:r>
            </a:p>
            <a:p>
              <a:r>
                <a:rPr lang="en-US" sz="1200" dirty="0"/>
                <a:t>Air Humidity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669A28-1466-48C5-8AEC-1FFB6EC1DEBD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Sensors are placed near plants.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5603A70-613E-4920-8165-21388C49447A}"/>
              </a:ext>
            </a:extLst>
          </p:cNvPr>
          <p:cNvGrpSpPr/>
          <p:nvPr/>
        </p:nvGrpSpPr>
        <p:grpSpPr>
          <a:xfrm>
            <a:off x="4930968" y="3036704"/>
            <a:ext cx="1249054" cy="1606738"/>
            <a:chOff x="4930968" y="3088958"/>
            <a:chExt cx="1249054" cy="1606738"/>
          </a:xfrm>
        </p:grpSpPr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404C8AF2-02DB-4FEB-9B47-DAA8C7B37ACF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Isosceles Triangle 75">
              <a:extLst>
                <a:ext uri="{FF2B5EF4-FFF2-40B4-BE49-F238E27FC236}">
                  <a16:creationId xmlns:a16="http://schemas.microsoft.com/office/drawing/2014/main" id="{2F4B0633-1D3B-4C50-8FF6-A9DFD54F93B4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DFE6720-D930-43EB-A311-48D7A6A2AE08}"/>
              </a:ext>
            </a:extLst>
          </p:cNvPr>
          <p:cNvGrpSpPr/>
          <p:nvPr/>
        </p:nvGrpSpPr>
        <p:grpSpPr>
          <a:xfrm flipH="1">
            <a:off x="5955407" y="3744921"/>
            <a:ext cx="1249054" cy="1606738"/>
            <a:chOff x="4601988" y="3272228"/>
            <a:chExt cx="1249054" cy="1606738"/>
          </a:xfrm>
          <a:solidFill>
            <a:schemeClr val="accent4"/>
          </a:solidFill>
        </p:grpSpPr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41AA9A48-26FF-4DBE-AC28-BE9DB819C2F9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Isosceles Triangle 75">
              <a:extLst>
                <a:ext uri="{FF2B5EF4-FFF2-40B4-BE49-F238E27FC236}">
                  <a16:creationId xmlns:a16="http://schemas.microsoft.com/office/drawing/2014/main" id="{6825A1B0-2F28-4FF6-9553-D03E8DAA13B7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1783918-777C-4C71-9228-62D2982487B6}"/>
              </a:ext>
            </a:extLst>
          </p:cNvPr>
          <p:cNvGrpSpPr/>
          <p:nvPr/>
        </p:nvGrpSpPr>
        <p:grpSpPr>
          <a:xfrm>
            <a:off x="4930968" y="4411711"/>
            <a:ext cx="1241955" cy="974654"/>
            <a:chOff x="4930968" y="4463965"/>
            <a:chExt cx="1241955" cy="974654"/>
          </a:xfrm>
        </p:grpSpPr>
        <p:sp>
          <p:nvSpPr>
            <p:cNvPr id="36" name="Rounded Rectangle 15">
              <a:extLst>
                <a:ext uri="{FF2B5EF4-FFF2-40B4-BE49-F238E27FC236}">
                  <a16:creationId xmlns:a16="http://schemas.microsoft.com/office/drawing/2014/main" id="{F31BAE51-1B56-465D-9DC5-78B4433361C5}"/>
                </a:ext>
              </a:extLst>
            </p:cNvPr>
            <p:cNvSpPr/>
            <p:nvPr/>
          </p:nvSpPr>
          <p:spPr>
            <a:xfrm rot="5400000">
              <a:off x="5264269" y="4529966"/>
              <a:ext cx="828889" cy="988418"/>
            </a:xfrm>
            <a:custGeom>
              <a:avLst/>
              <a:gdLst/>
              <a:ahLst/>
              <a:cxnLst/>
              <a:rect l="l" t="t" r="r" b="b"/>
              <a:pathLst>
                <a:path w="694060" h="935571">
                  <a:moveTo>
                    <a:pt x="0" y="406646"/>
                  </a:moveTo>
                  <a:lnTo>
                    <a:pt x="0" y="935571"/>
                  </a:lnTo>
                  <a:lnTo>
                    <a:pt x="211832" y="935571"/>
                  </a:lnTo>
                  <a:lnTo>
                    <a:pt x="211832" y="444434"/>
                  </a:lnTo>
                  <a:cubicBezTo>
                    <a:pt x="211832" y="316040"/>
                    <a:pt x="315916" y="211956"/>
                    <a:pt x="444310" y="211956"/>
                  </a:cubicBezTo>
                  <a:lnTo>
                    <a:pt x="694060" y="211956"/>
                  </a:lnTo>
                  <a:lnTo>
                    <a:pt x="694060" y="0"/>
                  </a:lnTo>
                  <a:lnTo>
                    <a:pt x="406646" y="0"/>
                  </a:lnTo>
                  <a:cubicBezTo>
                    <a:pt x="182062" y="0"/>
                    <a:pt x="0" y="182062"/>
                    <a:pt x="0" y="406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Isosceles Triangle 74">
              <a:extLst>
                <a:ext uri="{FF2B5EF4-FFF2-40B4-BE49-F238E27FC236}">
                  <a16:creationId xmlns:a16="http://schemas.microsoft.com/office/drawing/2014/main" id="{074B553C-94E6-40A9-B5B0-DA6CEBF4936D}"/>
                </a:ext>
              </a:extLst>
            </p:cNvPr>
            <p:cNvSpPr/>
            <p:nvPr/>
          </p:nvSpPr>
          <p:spPr>
            <a:xfrm rot="16200000" flipH="1">
              <a:off x="4895165" y="4499768"/>
              <a:ext cx="519134" cy="44752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Round Same Side Corner Rectangle 11">
            <a:extLst>
              <a:ext uri="{FF2B5EF4-FFF2-40B4-BE49-F238E27FC236}">
                <a16:creationId xmlns:a16="http://schemas.microsoft.com/office/drawing/2014/main" id="{612B2EFF-5E94-43ED-8C8F-BF5DBC0BFE40}"/>
              </a:ext>
            </a:extLst>
          </p:cNvPr>
          <p:cNvSpPr>
            <a:spLocks noChangeAspect="1"/>
          </p:cNvSpPr>
          <p:nvPr/>
        </p:nvSpPr>
        <p:spPr>
          <a:xfrm rot="9900000">
            <a:off x="7336844" y="2424739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Donut 24">
            <a:extLst>
              <a:ext uri="{FF2B5EF4-FFF2-40B4-BE49-F238E27FC236}">
                <a16:creationId xmlns:a16="http://schemas.microsoft.com/office/drawing/2014/main" id="{CB04B940-4FE8-4B53-A0FF-D6581AA8F939}"/>
              </a:ext>
            </a:extLst>
          </p:cNvPr>
          <p:cNvSpPr/>
          <p:nvPr/>
        </p:nvSpPr>
        <p:spPr>
          <a:xfrm>
            <a:off x="7305212" y="3801767"/>
            <a:ext cx="458555" cy="46228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C5DB3272-8CCD-429C-BB91-3108DD17BE56}"/>
              </a:ext>
            </a:extLst>
          </p:cNvPr>
          <p:cNvSpPr>
            <a:spLocks noChangeAspect="1"/>
          </p:cNvSpPr>
          <p:nvPr/>
        </p:nvSpPr>
        <p:spPr>
          <a:xfrm>
            <a:off x="4425476" y="3114665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Rounded Rectangle 51">
            <a:extLst>
              <a:ext uri="{FF2B5EF4-FFF2-40B4-BE49-F238E27FC236}">
                <a16:creationId xmlns:a16="http://schemas.microsoft.com/office/drawing/2014/main" id="{8B5E9BA3-4651-030F-6063-C39EB014BCB5}"/>
              </a:ext>
            </a:extLst>
          </p:cNvPr>
          <p:cNvSpPr/>
          <p:nvPr/>
        </p:nvSpPr>
        <p:spPr>
          <a:xfrm rot="16200000" flipH="1">
            <a:off x="4417515" y="1682450"/>
            <a:ext cx="417409" cy="40148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Oval 25">
            <a:extLst>
              <a:ext uri="{FF2B5EF4-FFF2-40B4-BE49-F238E27FC236}">
                <a16:creationId xmlns:a16="http://schemas.microsoft.com/office/drawing/2014/main" id="{BC26CA92-FF43-353B-AFD3-3D2C4487188E}"/>
              </a:ext>
            </a:extLst>
          </p:cNvPr>
          <p:cNvSpPr>
            <a:spLocks noChangeAspect="1"/>
          </p:cNvSpPr>
          <p:nvPr/>
        </p:nvSpPr>
        <p:spPr>
          <a:xfrm>
            <a:off x="4473838" y="4466919"/>
            <a:ext cx="446201" cy="44681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0D001A-9BD1-A81D-B1AC-D2423414F278}"/>
                  </a:ext>
                </a:extLst>
              </p14:cNvPr>
              <p14:cNvContentPartPr/>
              <p14:nvPr/>
            </p14:nvContentPartPr>
            <p14:xfrm>
              <a:off x="839880" y="1402200"/>
              <a:ext cx="10142640" cy="502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0D001A-9BD1-A81D-B1AC-D2423414F2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520" y="1392840"/>
                <a:ext cx="10161360" cy="504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09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F59A-B050-24EF-836B-6DF141A8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C7EED-6DD0-019D-0141-6034923509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7084" y="1345721"/>
            <a:ext cx="6444916" cy="2422312"/>
          </a:xfrm>
        </p:spPr>
        <p:txBody>
          <a:bodyPr/>
          <a:lstStyle/>
          <a:p>
            <a:r>
              <a:rPr lang="en-US" dirty="0"/>
              <a:t>What is Support Vector Machine (SVM)?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436EE6-6562-F172-C2CF-3D671670E5F8}"/>
              </a:ext>
            </a:extLst>
          </p:cNvPr>
          <p:cNvGrpSpPr/>
          <p:nvPr/>
        </p:nvGrpSpPr>
        <p:grpSpPr>
          <a:xfrm rot="20859410">
            <a:off x="10843153" y="2202776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C9F80DE-20A6-D3B5-B51A-A3E1BCFF2834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A17020-4C67-939F-6548-0AF1D447ED4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44CA471-3B6C-21D8-FE33-F518C4E0EAB2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184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0546-AE29-C161-F054-FE329ED8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8D3AB-4CAE-C260-BC85-02DD00F121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052E5-08FA-6AD3-51ED-3B8875CE69AF}"/>
              </a:ext>
            </a:extLst>
          </p:cNvPr>
          <p:cNvSpPr txBox="1"/>
          <p:nvPr/>
        </p:nvSpPr>
        <p:spPr>
          <a:xfrm>
            <a:off x="637355" y="2119699"/>
            <a:ext cx="1669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SVM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36721-3CBF-2E6A-B7EF-0E8BA3880DE8}"/>
              </a:ext>
            </a:extLst>
          </p:cNvPr>
          <p:cNvSpPr txBox="1"/>
          <p:nvPr/>
        </p:nvSpPr>
        <p:spPr>
          <a:xfrm>
            <a:off x="2081154" y="2291917"/>
            <a:ext cx="5090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a machine learning method that learns from examples, finds patterns and classifies new data into groups.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948A2-E1E6-5713-455D-922E995564C3}"/>
              </a:ext>
            </a:extLst>
          </p:cNvPr>
          <p:cNvSpPr txBox="1"/>
          <p:nvPr/>
        </p:nvSpPr>
        <p:spPr>
          <a:xfrm>
            <a:off x="761057" y="2824510"/>
            <a:ext cx="64104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Another Definition: Support Vector Machine is a method that finds the best boundary to separate data into different groups with the maximum margin between them.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BC20470-1FA1-3056-0B72-83F79F25D563}"/>
              </a:ext>
            </a:extLst>
          </p:cNvPr>
          <p:cNvSpPr txBox="1">
            <a:spLocks/>
          </p:cNvSpPr>
          <p:nvPr/>
        </p:nvSpPr>
        <p:spPr>
          <a:xfrm>
            <a:off x="819254" y="3563174"/>
            <a:ext cx="1824785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How it works?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40155-334C-F0CB-F9E6-F729FA0A0BBD}"/>
              </a:ext>
            </a:extLst>
          </p:cNvPr>
          <p:cNvSpPr txBox="1"/>
          <p:nvPr/>
        </p:nvSpPr>
        <p:spPr>
          <a:xfrm>
            <a:off x="761058" y="3957133"/>
            <a:ext cx="6410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Imagine you have two types of soil data: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Dry soil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Wet soil data</a:t>
            </a:r>
          </a:p>
          <a:p>
            <a:r>
              <a:rPr lang="en-US" sz="1400" dirty="0"/>
              <a:t>SVM draws a line (or curve) that separates them as clearly as possible, keeping the largest possible distance from both groups.</a:t>
            </a:r>
          </a:p>
          <a:p>
            <a:r>
              <a:rPr lang="en-US" sz="1400" dirty="0"/>
              <a:t>That line is called the hyperplane.</a:t>
            </a:r>
          </a:p>
          <a:p>
            <a:r>
              <a:rPr lang="en-US" sz="1400" dirty="0"/>
              <a:t>The closest points to that line are called support vectors and they decide the position of the boundary.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67B06D56-B372-322F-E683-3D2631F23A80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6005834" y="6277757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853C63A7-74A1-BE77-DDDD-56095CDBD323}"/>
              </a:ext>
            </a:extLst>
          </p:cNvPr>
          <p:cNvSpPr/>
          <p:nvPr/>
        </p:nvSpPr>
        <p:spPr>
          <a:xfrm>
            <a:off x="6838086" y="5708652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3075" name="Picture 3" descr="svm">
            <a:extLst>
              <a:ext uri="{FF2B5EF4-FFF2-40B4-BE49-F238E27FC236}">
                <a16:creationId xmlns:a16="http://schemas.microsoft.com/office/drawing/2014/main" id="{32884913-88C7-55EE-DC4B-EA638F15C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0" t="18173" r="32205" b="14789"/>
          <a:stretch>
            <a:fillRect/>
          </a:stretch>
        </p:blipFill>
        <p:spPr bwMode="auto">
          <a:xfrm>
            <a:off x="8311772" y="1704840"/>
            <a:ext cx="2962869" cy="29780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50FE8B-B7F4-CD73-FAAF-B4F8775D2B3E}"/>
                  </a:ext>
                </a:extLst>
              </p14:cNvPr>
              <p14:cNvContentPartPr/>
              <p14:nvPr/>
            </p14:nvContentPartPr>
            <p14:xfrm>
              <a:off x="10060200" y="1690920"/>
              <a:ext cx="1952640" cy="261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50FE8B-B7F4-CD73-FAAF-B4F8775D2B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50840" y="1681560"/>
                <a:ext cx="1971360" cy="262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770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A3338-5847-85C8-0E7F-3A840DA9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10B3-DB19-61BE-F819-144C1CD5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8590" y="243972"/>
            <a:ext cx="12192000" cy="710877"/>
          </a:xfrm>
          <a:prstGeom prst="rect">
            <a:avLst/>
          </a:prstGeom>
        </p:spPr>
        <p:txBody>
          <a:bodyPr/>
          <a:lstStyle/>
          <a:p>
            <a:r>
              <a:rPr lang="en-US" altLang="ko-KR" sz="4400" dirty="0"/>
              <a:t>Communication  </a:t>
            </a:r>
            <a:r>
              <a:rPr lang="en-US" altLang="ko-KR" sz="4400" dirty="0">
                <a:solidFill>
                  <a:srgbClr val="E54632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Protocols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23" name="Oval 14">
            <a:extLst>
              <a:ext uri="{FF2B5EF4-FFF2-40B4-BE49-F238E27FC236}">
                <a16:creationId xmlns:a16="http://schemas.microsoft.com/office/drawing/2014/main" id="{8F7C1F18-F119-BA6D-1B54-11057E1920EF}"/>
              </a:ext>
            </a:extLst>
          </p:cNvPr>
          <p:cNvSpPr/>
          <p:nvPr/>
        </p:nvSpPr>
        <p:spPr>
          <a:xfrm>
            <a:off x="5629089" y="2602049"/>
            <a:ext cx="942392" cy="942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8894E890-D4BE-EB3D-0501-64BDBD22524A}"/>
              </a:ext>
            </a:extLst>
          </p:cNvPr>
          <p:cNvSpPr/>
          <p:nvPr/>
        </p:nvSpPr>
        <p:spPr>
          <a:xfrm>
            <a:off x="5719285" y="269224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A47186-6B63-73EB-51AD-96BD3DE955DC}"/>
              </a:ext>
            </a:extLst>
          </p:cNvPr>
          <p:cNvSpPr txBox="1"/>
          <p:nvPr/>
        </p:nvSpPr>
        <p:spPr>
          <a:xfrm>
            <a:off x="5783087" y="2842414"/>
            <a:ext cx="634396" cy="461665"/>
          </a:xfrm>
          <a:prstGeom prst="rect">
            <a:avLst/>
          </a:prstGeom>
          <a:noFill/>
        </p:spPr>
        <p:txBody>
          <a:bodyPr wrap="square" lIns="90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VS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5B03C223-7372-E759-954D-B343EC11FBCA}"/>
              </a:ext>
            </a:extLst>
          </p:cNvPr>
          <p:cNvGrpSpPr/>
          <p:nvPr/>
        </p:nvGrpSpPr>
        <p:grpSpPr>
          <a:xfrm>
            <a:off x="954557" y="4649975"/>
            <a:ext cx="4175763" cy="581490"/>
            <a:chOff x="711738" y="3715057"/>
            <a:chExt cx="3140181" cy="58149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02C67A-1733-5B46-4FF6-BD07E0C3A49B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MQTT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7D4FD8-2E53-72BB-0EBA-E80E751E319A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276999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grpSp>
        <p:nvGrpSpPr>
          <p:cNvPr id="30" name="Group 19">
            <a:extLst>
              <a:ext uri="{FF2B5EF4-FFF2-40B4-BE49-F238E27FC236}">
                <a16:creationId xmlns:a16="http://schemas.microsoft.com/office/drawing/2014/main" id="{87CC66BC-7C52-E1C9-C6EA-1D51D6167989}"/>
              </a:ext>
            </a:extLst>
          </p:cNvPr>
          <p:cNvGrpSpPr/>
          <p:nvPr/>
        </p:nvGrpSpPr>
        <p:grpSpPr>
          <a:xfrm>
            <a:off x="7056108" y="4649975"/>
            <a:ext cx="4175763" cy="581490"/>
            <a:chOff x="711738" y="3715057"/>
            <a:chExt cx="3140181" cy="5814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335B61-B320-9B0C-0AD2-3640AF58229F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FTP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E45A30-6C0F-C031-686A-094146394395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276999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pic>
        <p:nvPicPr>
          <p:cNvPr id="1026" name="Picture 2" descr="What is MQTT (MQ Telemetry Transport) ❓">
            <a:extLst>
              <a:ext uri="{FF2B5EF4-FFF2-40B4-BE49-F238E27FC236}">
                <a16:creationId xmlns:a16="http://schemas.microsoft.com/office/drawing/2014/main" id="{EB23C440-DA4B-BCB1-C728-88285B059B4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1" t="15174" r="8341"/>
          <a:stretch>
            <a:fillRect/>
          </a:stretch>
        </p:blipFill>
        <p:spPr bwMode="auto">
          <a:xfrm>
            <a:off x="948983" y="1843953"/>
            <a:ext cx="4186909" cy="255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w To Set-Up An FTP Server - MASV">
            <a:extLst>
              <a:ext uri="{FF2B5EF4-FFF2-40B4-BE49-F238E27FC236}">
                <a16:creationId xmlns:a16="http://schemas.microsoft.com/office/drawing/2014/main" id="{39A0CBAF-9C05-9264-4AF3-36A4555CE3D1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" r="1716"/>
          <a:stretch>
            <a:fillRect/>
          </a:stretch>
        </p:blipFill>
        <p:spPr bwMode="auto">
          <a:xfrm>
            <a:off x="7189182" y="1816159"/>
            <a:ext cx="3909614" cy="230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C8C89E-A4FC-71E3-2A5D-EBAF2F3BA464}"/>
                  </a:ext>
                </a:extLst>
              </p14:cNvPr>
              <p14:cNvContentPartPr/>
              <p14:nvPr/>
            </p14:nvContentPartPr>
            <p14:xfrm>
              <a:off x="2567520" y="4426920"/>
              <a:ext cx="7024320" cy="67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C8C89E-A4FC-71E3-2A5D-EBAF2F3BA4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8160" y="4417560"/>
                <a:ext cx="7043040" cy="69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704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2D53F-27DE-F8B6-2F27-94A898E9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ADBBAA-D8CE-80E6-A834-30977DE4C013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Communication Protocol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5D803-8E8B-091F-09D8-64C152F22C36}"/>
              </a:ext>
            </a:extLst>
          </p:cNvPr>
          <p:cNvSpPr txBox="1"/>
          <p:nvPr/>
        </p:nvSpPr>
        <p:spPr>
          <a:xfrm>
            <a:off x="3799004" y="2417949"/>
            <a:ext cx="3585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Message Queuing Telemetry Transport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E2FDE-C18D-9D88-47F9-245A6BEAD7A0}"/>
              </a:ext>
            </a:extLst>
          </p:cNvPr>
          <p:cNvSpPr txBox="1"/>
          <p:nvPr/>
        </p:nvSpPr>
        <p:spPr>
          <a:xfrm>
            <a:off x="3799004" y="2815378"/>
            <a:ext cx="32016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1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Publish/Subscribe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Low power and low data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Fast and reliable message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Ideal for sensors and embedded devices</a:t>
            </a:r>
          </a:p>
          <a:p>
            <a:pPr>
              <a:buNone/>
            </a:pPr>
            <a:r>
              <a:rPr lang="en-US" sz="1400" b="1" dirty="0"/>
              <a:t>How does MQTT work?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Publisher: Sensor nodes send data (soil moisture, temperature)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Broker: Central server that manages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Subscriber: Actuators or applications receive data and act on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D2210-2627-054E-394A-4DEED23171EB}"/>
              </a:ext>
            </a:extLst>
          </p:cNvPr>
          <p:cNvSpPr txBox="1"/>
          <p:nvPr/>
        </p:nvSpPr>
        <p:spPr>
          <a:xfrm>
            <a:off x="3799006" y="1761610"/>
            <a:ext cx="3585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MQTT Communication Protocol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CF5D4-7D51-B711-E3D3-19BE8F71AAF7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4802E-F7E9-3F05-057B-3BE4D53B9416}"/>
              </a:ext>
            </a:extLst>
          </p:cNvPr>
          <p:cNvSpPr txBox="1"/>
          <p:nvPr/>
        </p:nvSpPr>
        <p:spPr>
          <a:xfrm>
            <a:off x="8441701" y="2417949"/>
            <a:ext cx="320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File Transfer Protocol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85312-A703-5FAE-054A-95D5F7717E62}"/>
              </a:ext>
            </a:extLst>
          </p:cNvPr>
          <p:cNvSpPr txBox="1"/>
          <p:nvPr/>
        </p:nvSpPr>
        <p:spPr>
          <a:xfrm>
            <a:off x="8441701" y="2815378"/>
            <a:ext cx="320165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Features</a:t>
            </a:r>
          </a:p>
          <a:p>
            <a:r>
              <a:rPr lang="en-US" sz="1200" dirty="0"/>
              <a:t>Client–server based communication</a:t>
            </a:r>
          </a:p>
          <a:p>
            <a:r>
              <a:rPr lang="en-US" sz="1200" dirty="0"/>
              <a:t>Used for uploading and downloading files</a:t>
            </a:r>
          </a:p>
          <a:p>
            <a:r>
              <a:rPr lang="en-US" sz="1200" dirty="0"/>
              <a:t>Reliable file transfer using TCP</a:t>
            </a:r>
          </a:p>
          <a:p>
            <a:r>
              <a:rPr lang="en-US" sz="1200" dirty="0"/>
              <a:t>Requires stable network connection</a:t>
            </a:r>
          </a:p>
          <a:p>
            <a:r>
              <a:rPr lang="en-US" sz="1200" b="1" dirty="0"/>
              <a:t>Not optimized for low-power or real-time systems</a:t>
            </a:r>
            <a:endParaRPr lang="en-US" sz="1200" dirty="0"/>
          </a:p>
          <a:p>
            <a:r>
              <a:rPr lang="en-US" sz="1200" b="1" dirty="0"/>
              <a:t>How Does FTP Work?</a:t>
            </a:r>
          </a:p>
          <a:p>
            <a:r>
              <a:rPr lang="en-US" sz="1200" b="1" dirty="0"/>
              <a:t>Client</a:t>
            </a:r>
            <a:r>
              <a:rPr lang="en-US" sz="1200" dirty="0"/>
              <a:t>: Requests to upload or download files</a:t>
            </a:r>
          </a:p>
          <a:p>
            <a:r>
              <a:rPr lang="en-US" sz="1200" b="1" dirty="0"/>
              <a:t>Server</a:t>
            </a:r>
            <a:r>
              <a:rPr lang="en-US" sz="1200" dirty="0"/>
              <a:t>: Stores and manages files</a:t>
            </a:r>
          </a:p>
          <a:p>
            <a:r>
              <a:rPr lang="en-US" sz="1200" b="1" dirty="0"/>
              <a:t>Limitations for IoT: </a:t>
            </a:r>
          </a:p>
          <a:p>
            <a:r>
              <a:rPr lang="en-US" sz="1200" dirty="0"/>
              <a:t>High bandwidth and power consumption</a:t>
            </a:r>
          </a:p>
          <a:p>
            <a:r>
              <a:rPr lang="en-US" sz="1200" dirty="0"/>
              <a:t>No real-time data streaming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72DAA-EB5C-6259-49BE-3EB17CD16530}"/>
              </a:ext>
            </a:extLst>
          </p:cNvPr>
          <p:cNvSpPr txBox="1"/>
          <p:nvPr/>
        </p:nvSpPr>
        <p:spPr>
          <a:xfrm>
            <a:off x="8441704" y="1757870"/>
            <a:ext cx="3201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FTP Communication Protocol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666EB-DBD0-B676-A66E-A5BC1805131A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8529D17-B470-C3FC-DBAD-8A5F26196315}"/>
                  </a:ext>
                </a:extLst>
              </p14:cNvPr>
              <p14:cNvContentPartPr/>
              <p14:nvPr/>
            </p14:nvContentPartPr>
            <p14:xfrm>
              <a:off x="3381840" y="1847160"/>
              <a:ext cx="7332480" cy="4500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8529D17-B470-C3FC-DBAD-8A5F261963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2480" y="1837800"/>
                <a:ext cx="7351200" cy="45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277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6FAD-0738-F1D5-266F-3625570F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7BF3B-2C05-35F5-170C-760DB7F8DF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Presented to Dr. Heba Draz, ECIP Internship Program Committee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30479-F9D8-3BE1-1ECD-DA14B3BA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sz="4000" dirty="0"/>
              <a:t>Water optimization technique for precision irrigation system using IoT and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5EFC0-E67D-9C49-7045-10F6070F9142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C2F8C-6A35-03CB-EDCD-723BB45EECC1}"/>
              </a:ext>
            </a:extLst>
          </p:cNvPr>
          <p:cNvSpPr txBox="1"/>
          <p:nvPr/>
        </p:nvSpPr>
        <p:spPr>
          <a:xfrm>
            <a:off x="1800047" y="517789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4D36D-286E-5C4D-78C7-0A04D5A2D504}"/>
              </a:ext>
            </a:extLst>
          </p:cNvPr>
          <p:cNvSpPr txBox="1"/>
          <p:nvPr/>
        </p:nvSpPr>
        <p:spPr>
          <a:xfrm>
            <a:off x="69010" y="6188576"/>
            <a:ext cx="307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Hazem &amp; Ali</a:t>
            </a:r>
          </a:p>
        </p:txBody>
      </p:sp>
    </p:spTree>
    <p:extLst>
      <p:ext uri="{BB962C8B-B14F-4D97-AF65-F5344CB8AC3E}">
        <p14:creationId xmlns:p14="http://schemas.microsoft.com/office/powerpoint/2010/main" val="440605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944F-5A52-C764-3AE2-8503699D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57FE0-E5F9-1558-8FAB-53157E4BD05A}"/>
              </a:ext>
            </a:extLst>
          </p:cNvPr>
          <p:cNvSpPr txBox="1"/>
          <p:nvPr/>
        </p:nvSpPr>
        <p:spPr>
          <a:xfrm>
            <a:off x="0" y="658381"/>
            <a:ext cx="3188367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B2FF0E-F61B-0169-E102-738E34AE328D}"/>
              </a:ext>
            </a:extLst>
          </p:cNvPr>
          <p:cNvGrpSpPr/>
          <p:nvPr/>
        </p:nvGrpSpPr>
        <p:grpSpPr>
          <a:xfrm>
            <a:off x="3968164" y="539163"/>
            <a:ext cx="6186490" cy="984885"/>
            <a:chOff x="4745820" y="1482096"/>
            <a:chExt cx="6186490" cy="9848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157678-93E4-EA43-B4AE-0C9612FE2216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984885"/>
              <a:chOff x="6365620" y="1411926"/>
              <a:chExt cx="5092036" cy="984885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86B949-5724-F11E-8ECF-36AF8F7375AA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Problem Statement is a clear, concise description of an issue that needs to be solved. It explains what the problem is, who it affects, and why it matters, without giving the solution yet.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DE30BF-A883-37BD-18AE-D1EDDE33C086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Problem Statement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0BDD40-93DB-162F-9561-40E506DAC5EB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9435140-2266-F79F-97A0-8A2BB69D3DC0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CBD12-3568-7597-7FDC-0A2BB4B3E135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581AB4-CF33-788A-503F-7D19D38AD9CD}"/>
              </a:ext>
            </a:extLst>
          </p:cNvPr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FEF6C92-5A67-D01B-EB32-41B8C3D52501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214BB53-AE1B-AE2A-C25C-B30F39F5B74F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3CB7B07-FBF8-2B49-8C4E-6D0D947D75BC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05A233-783D-CBBD-09BC-152A06325A76}"/>
              </a:ext>
            </a:extLst>
          </p:cNvPr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A61656-940F-363C-6531-F594DAB4B358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BC9764-5434-3AD1-07D3-8F197E986C2E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A short section that gives brief background information about the people who wrote the paper.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D71A8D-9567-79F4-958C-BB40E583F6AB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fontAlgn="base"/>
                <a:r>
                  <a:rPr lang="en-US" b="1" dirty="0"/>
                  <a:t>About the Authors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F726C7-B1F0-C6D1-B22A-F4E989F8A180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524D313-B75B-BF4F-33A0-7FD11502377D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23C8D9-2CBC-BE32-3CF9-8E51984BF35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EFA3F4-16D1-0D81-7273-592CB195C9F8}"/>
              </a:ext>
            </a:extLst>
          </p:cNvPr>
          <p:cNvGrpSpPr/>
          <p:nvPr/>
        </p:nvGrpSpPr>
        <p:grpSpPr>
          <a:xfrm>
            <a:off x="3960140" y="3033709"/>
            <a:ext cx="6186490" cy="790507"/>
            <a:chOff x="4745820" y="1482096"/>
            <a:chExt cx="6186490" cy="7905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E7CE208-42C5-A560-04A9-E8BDCC372347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8E8C7-19B9-11EE-C887-04247762C395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Banana requires large, continuous water supply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156ADB-39DA-2502-B457-2ADB8655AE92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Why Banana Crop?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8D7EF9A-5010-821A-5B8E-DFB341F5E57F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8EE062C-7D64-AA7F-FAFA-41080F036FDC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25BCE4-0F71-B84E-514F-F385E0985A7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D7043E-1F71-E2F9-EA0D-C28A3513B9A1}"/>
              </a:ext>
            </a:extLst>
          </p:cNvPr>
          <p:cNvGrpSpPr/>
          <p:nvPr/>
        </p:nvGrpSpPr>
        <p:grpSpPr>
          <a:xfrm>
            <a:off x="3956128" y="4280982"/>
            <a:ext cx="6186490" cy="790507"/>
            <a:chOff x="4745820" y="1482096"/>
            <a:chExt cx="6186490" cy="79050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E5CA12C-037E-2BAB-A624-05023295A6BE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138A31-5706-9836-EAEA-5D1F99B3CCF9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The system has </a:t>
                </a:r>
                <a:r>
                  <a:rPr lang="en-US" sz="1200" b="1" dirty="0"/>
                  <a:t>3 </a:t>
                </a:r>
                <a:r>
                  <a:rPr lang="en-US" sz="1200" dirty="0"/>
                  <a:t>layers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39150E-BA9A-449D-0DAF-39F84D553A19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Overall System Architecture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FB000FD-5B81-5F30-CC14-F4D84DF3AF42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F5A116E-C973-70A2-6D1B-55FABDFAA68E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0FE920-C3C6-D902-ED8B-255E464A5066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CC45202-AC15-EC1E-CC42-8B4DBF1E0E03}"/>
              </a:ext>
            </a:extLst>
          </p:cNvPr>
          <p:cNvGrpSpPr/>
          <p:nvPr/>
        </p:nvGrpSpPr>
        <p:grpSpPr>
          <a:xfrm>
            <a:off x="3952116" y="5528255"/>
            <a:ext cx="6186490" cy="800219"/>
            <a:chOff x="4745820" y="1482096"/>
            <a:chExt cx="6186490" cy="80021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4C67814-2873-92E5-4918-9BF7A1508A17}"/>
                </a:ext>
              </a:extLst>
            </p:cNvPr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1A3815-AE05-515D-2C0F-83FDF54683F3}"/>
                  </a:ext>
                </a:extLst>
              </p:cNvPr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K-Nearest Neighbors (KNN), Gradient Boosted Tree (GBT) and LSTM (Long Short-Term Memory)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459CAE6-92F4-6CA6-A5CC-78FEA0B61DA5}"/>
                  </a:ext>
                </a:extLst>
              </p:cNvPr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b="1" dirty="0"/>
                  <a:t>Role of Each Algorithm &amp; Conclusion</a:t>
                </a:r>
                <a:r>
                  <a:rPr lang="en-US" dirty="0"/>
                  <a:t> 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66FAF12-372A-A044-0DC5-E600EB42BC56}"/>
                </a:ext>
              </a:extLst>
            </p:cNvPr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199C675-1D96-A189-F429-641122D80BE4}"/>
                  </a:ext>
                </a:extLst>
              </p:cNvPr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6DD801-855F-94B7-8309-35B34AB18589}"/>
                  </a:ext>
                </a:extLst>
              </p:cNvPr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76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0CC2-E704-497E-DBBA-5A7F3F5B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A0CB52-7BF6-FEA2-A22A-FD8E45D68A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6144E-5CF4-AAC0-1257-60F4C01968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Why is it important to fix?</a:t>
            </a:r>
            <a:endParaRPr lang="en-US" altLang="ko-K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26A4E59-400B-92AF-CC31-2BF4E1442D3F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446EC0F-22A2-A200-82B0-DD9255C26F69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AD75920-8EA5-5438-E2A6-FC130F833145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D5B6A6-8407-B171-5DFD-42B8256BB7D1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8731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336A-77F6-7EAB-763B-2BDCA875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2DE8EE-97D0-B92E-8BC7-880B46A5DD54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6408E-5BC4-E7C5-E9E9-607D673FC1DE}"/>
              </a:ext>
            </a:extLst>
          </p:cNvPr>
          <p:cNvSpPr txBox="1"/>
          <p:nvPr/>
        </p:nvSpPr>
        <p:spPr>
          <a:xfrm>
            <a:off x="3799004" y="2388812"/>
            <a:ext cx="3585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Agriculture consumes ~70% of global freshwater and huge electricity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BE42B-E6B6-A6DB-551A-87768FF80585}"/>
              </a:ext>
            </a:extLst>
          </p:cNvPr>
          <p:cNvSpPr txBox="1"/>
          <p:nvPr/>
        </p:nvSpPr>
        <p:spPr>
          <a:xfrm>
            <a:off x="3799004" y="3298412"/>
            <a:ext cx="32016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Traditional irrigation: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Over-waters crops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Wastes energy (pumps, motors)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Is often manual or rule-based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BBF21-9F22-1BCD-6E56-A23FA23EB68F}"/>
              </a:ext>
            </a:extLst>
          </p:cNvPr>
          <p:cNvSpPr txBox="1"/>
          <p:nvPr/>
        </p:nvSpPr>
        <p:spPr>
          <a:xfrm>
            <a:off x="3799006" y="1761610"/>
            <a:ext cx="3585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E2B98-B26C-58B8-3028-E1D4AA71FFA8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0F3FE-20FD-D0C5-91FC-919D772D572E}"/>
              </a:ext>
            </a:extLst>
          </p:cNvPr>
          <p:cNvSpPr txBox="1"/>
          <p:nvPr/>
        </p:nvSpPr>
        <p:spPr>
          <a:xfrm>
            <a:off x="8441701" y="2328297"/>
            <a:ext cx="3201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Optimize water usage and reduce energy consumption in irrigation using IoT + Machine Learning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84562-FD75-582A-C376-8E3D3D241BB4}"/>
              </a:ext>
            </a:extLst>
          </p:cNvPr>
          <p:cNvSpPr txBox="1"/>
          <p:nvPr/>
        </p:nvSpPr>
        <p:spPr>
          <a:xfrm>
            <a:off x="8441701" y="3298412"/>
            <a:ext cx="3201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Specifically: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 real-time sensor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Apply machine learning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Make data-driven irrigation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 the system on banana cultivation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181E1-F622-06BE-6141-E8AE0CFCA477}"/>
              </a:ext>
            </a:extLst>
          </p:cNvPr>
          <p:cNvSpPr txBox="1"/>
          <p:nvPr/>
        </p:nvSpPr>
        <p:spPr>
          <a:xfrm>
            <a:off x="8441704" y="1757870"/>
            <a:ext cx="320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 of the Paper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0B9BB-432A-1AFA-4B63-813680E6D725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540DBC-B2F5-AD64-1C8E-4E5F8B1FA152}"/>
                  </a:ext>
                </a:extLst>
              </p14:cNvPr>
              <p14:cNvContentPartPr/>
              <p14:nvPr/>
            </p14:nvContentPartPr>
            <p14:xfrm>
              <a:off x="3647160" y="2984400"/>
              <a:ext cx="7399080" cy="1287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540DBC-B2F5-AD64-1C8E-4E5F8B1FA1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7800" y="2975040"/>
                <a:ext cx="7417800" cy="130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716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EBE5-9CD2-962A-1EF7-FF53450D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AC25ED-3946-621C-8A34-759AEF8A1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base"/>
            <a:r>
              <a:rPr lang="en-US" sz="2800" dirty="0"/>
              <a:t>About the Authors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4D23B-1F76-2570-403A-42466629050F}"/>
              </a:ext>
            </a:extLst>
          </p:cNvPr>
          <p:cNvSpPr txBox="1"/>
          <p:nvPr/>
        </p:nvSpPr>
        <p:spPr>
          <a:xfrm>
            <a:off x="5487062" y="165476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Paper Title: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14ECA-6A5A-17AB-0BE7-EEAC187B9688}"/>
              </a:ext>
            </a:extLst>
          </p:cNvPr>
          <p:cNvSpPr txBox="1"/>
          <p:nvPr/>
        </p:nvSpPr>
        <p:spPr>
          <a:xfrm>
            <a:off x="5487061" y="2125915"/>
            <a:ext cx="6543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b="1" dirty="0"/>
              <a:t>Water optimization technique for precision irrigation system using IoT and machine learning.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A7C5F4-E494-3A1C-1440-3B47584F27F4}"/>
              </a:ext>
            </a:extLst>
          </p:cNvPr>
          <p:cNvSpPr txBox="1"/>
          <p:nvPr/>
        </p:nvSpPr>
        <p:spPr>
          <a:xfrm>
            <a:off x="5487061" y="2768433"/>
            <a:ext cx="59549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Affiliations:</a:t>
            </a:r>
            <a:br>
              <a:rPr lang="en-US" sz="1600" dirty="0"/>
            </a:br>
            <a:r>
              <a:rPr lang="en-US" sz="1600" dirty="0"/>
              <a:t>Department of Computer Science and Engineering, Jain University, Bangalore, India</a:t>
            </a:r>
            <a:br>
              <a:rPr lang="en-US" sz="1600" dirty="0"/>
            </a:br>
            <a:r>
              <a:rPr lang="en-US" sz="1600" dirty="0"/>
              <a:t>School of Computer Science, </a:t>
            </a:r>
            <a:r>
              <a:rPr lang="en-US" sz="1600" dirty="0" err="1"/>
              <a:t>Galgotias</a:t>
            </a:r>
            <a:r>
              <a:rPr lang="en-US" sz="1600" dirty="0"/>
              <a:t> University, Greater Noida, India</a:t>
            </a:r>
            <a:br>
              <a:rPr lang="en-US" sz="1600" dirty="0"/>
            </a:br>
            <a:r>
              <a:rPr lang="en-US" sz="1600" dirty="0"/>
              <a:t>School of Information Technology and Engineering, Vellore Institute of Technology, Vellore, India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Published under </a:t>
            </a:r>
            <a:r>
              <a:rPr lang="en-US" sz="1600" b="1" dirty="0" err="1"/>
              <a:t>licence</a:t>
            </a:r>
            <a:r>
              <a:rPr lang="en-US" sz="1600" b="1" dirty="0"/>
              <a:t> by: </a:t>
            </a:r>
            <a:r>
              <a:rPr lang="en-US" sz="1600" dirty="0"/>
              <a:t>Elsevier Ltd</a:t>
            </a:r>
          </a:p>
          <a:p>
            <a:r>
              <a:rPr lang="en-US" sz="1600" b="1" dirty="0"/>
              <a:t>Paper link: </a:t>
            </a:r>
            <a:r>
              <a:rPr lang="en-US" sz="1600" dirty="0">
                <a:hlinkClick r:id="rId3"/>
              </a:rPr>
              <a:t>https://doi.org/10.1016/j.seta.2022.102307</a:t>
            </a:r>
            <a:endParaRPr lang="en-US" sz="1600" dirty="0"/>
          </a:p>
          <a:p>
            <a:r>
              <a:rPr lang="en-US" sz="1600" b="1" dirty="0"/>
              <a:t>DOI: </a:t>
            </a:r>
            <a:r>
              <a:rPr lang="en-US" sz="1600" dirty="0"/>
              <a:t>10.1016/j.seta.2022.102307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B2F49F0D-91DB-128B-BECE-59998D4DF34F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08D13C0-DC1F-A179-A50C-0971D4938890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3EABAAC-F3C2-1670-46EE-922FE83E2C50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E724F5B6-3B11-6484-9B44-CF068F866AAD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9DBA1D95-D928-2B6A-87BA-FBC5F203A0B9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C7C899DF-88CF-9963-3223-1A6B8181872D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C901E6D7-0A1E-82B6-73A5-457646E27022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96FE5208-DFD7-1B4F-AD8A-DF17528AA0BE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A0FDAC73-B7A7-EB78-5AF7-4EA559ED378F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FCE4418D-6152-C68D-0D8D-7C7031A334D0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FD6306C3-FB91-CBF7-67AC-4030454FFB82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8D1F354F-B9DC-7667-B5A2-208F1736E671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8172B377-4BA8-0DAC-85C1-736D48E9FC23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F730533F-460A-A98E-946D-E855071A18CE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EFFBDB97-3162-697A-2983-85C29A799979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5F0A93E6-5173-B475-E8A7-C0F6A0C5F8FC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2E9EC856-F046-51F3-F766-B5ABAD85E4AA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394AB2-8CDA-F07A-94DE-E372B6803829}"/>
                  </a:ext>
                </a:extLst>
              </p14:cNvPr>
              <p14:cNvContentPartPr/>
              <p14:nvPr/>
            </p14:nvContentPartPr>
            <p14:xfrm>
              <a:off x="5564520" y="3506040"/>
              <a:ext cx="3272760" cy="209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394AB2-8CDA-F07A-94DE-E372B68038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5160" y="3496680"/>
                <a:ext cx="3291480" cy="21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551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9CA0-275E-5158-03B5-54B7DA0C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B1DFEA-FE7A-7F18-5D90-DB717DA8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Banana Crop?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BCCA8-D198-0B9B-FB29-4E5C0BC32694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793E994-E308-F077-D68F-E6EFAB609EA0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4251176-D828-F575-48BD-71EDF09A1DD6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31C074-4000-8270-1B9B-4745C583B6B7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9264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2353-A676-FB40-CD94-FA273AE1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D865D-AB57-63E0-1587-48254A292461}"/>
              </a:ext>
            </a:extLst>
          </p:cNvPr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Why Banana Crop?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D4ED3DCB-082D-335F-CCE5-175992D1E1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55232" y="1720840"/>
            <a:ext cx="92562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Banana requires large, continuous water supply</a:t>
            </a:r>
          </a:p>
          <a:p>
            <a:r>
              <a:rPr lang="en-US" b="1" dirty="0"/>
              <a:t>Sensitive to: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Soil moisture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Root depth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Rainfall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Humidity</a:t>
            </a:r>
          </a:p>
          <a:p>
            <a:pPr lvl="1"/>
            <a:endParaRPr lang="en-US" dirty="0"/>
          </a:p>
          <a:p>
            <a:r>
              <a:rPr lang="en-US" dirty="0"/>
              <a:t>Any optimization here = significant water &amp; energy savings</a:t>
            </a:r>
          </a:p>
          <a:p>
            <a:endParaRPr lang="en-US" dirty="0"/>
          </a:p>
          <a:p>
            <a:r>
              <a:rPr lang="en-US" b="1" dirty="0"/>
              <a:t>Key result: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31.4% water saved in 2020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~50% water saved in 2021 (due to rainfall-aware prediction)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F3081D-0FEA-974A-2930-8125C45943F6}"/>
                  </a:ext>
                </a:extLst>
              </p14:cNvPr>
              <p14:cNvContentPartPr/>
              <p14:nvPr/>
            </p14:nvContentPartPr>
            <p14:xfrm>
              <a:off x="3695760" y="4529880"/>
              <a:ext cx="3005280" cy="60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F3081D-0FEA-974A-2930-8125C45943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6400" y="4520520"/>
                <a:ext cx="3024000" cy="6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5833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88C1-C154-27F8-D12C-14B631C9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483602-7C66-B5D2-CD5E-8241905BF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29" y="3032633"/>
            <a:ext cx="6444916" cy="1376608"/>
          </a:xfrm>
        </p:spPr>
        <p:txBody>
          <a:bodyPr/>
          <a:lstStyle/>
          <a:p>
            <a:r>
              <a:rPr lang="en-US" dirty="0"/>
              <a:t>Overall System Architecture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07EC6B-1400-9474-B6CE-62EC24F1CF71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61FB3D8-DAC0-A1C8-C89E-BB7901FB7D5D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948B2E-B877-6021-2877-C8FF699DB483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D9A874-4D86-5062-E3BF-AF36A005EC66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864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4B06-965E-69EA-1D56-340238E0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DBB3ED-D0BB-50C3-F0F7-505C72DF9823}"/>
              </a:ext>
            </a:extLst>
          </p:cNvPr>
          <p:cNvSpPr txBox="1"/>
          <p:nvPr/>
        </p:nvSpPr>
        <p:spPr>
          <a:xfrm>
            <a:off x="676307" y="1366941"/>
            <a:ext cx="388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system has 3 layers: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F3018-CAA9-B21D-5D66-B19B476D6E24}"/>
              </a:ext>
            </a:extLst>
          </p:cNvPr>
          <p:cNvSpPr txBox="1"/>
          <p:nvPr/>
        </p:nvSpPr>
        <p:spPr>
          <a:xfrm>
            <a:off x="676307" y="1725357"/>
            <a:ext cx="65134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Data gathering/collection and transmission  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ii. Data processing and intelligence layer  </a:t>
            </a:r>
          </a:p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iii. Application Layers 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sz="1400" b="1" dirty="0"/>
              <a:t>Why a Hybrid Machine Learning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Problem with Existing Systems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Most use only one ML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Fail to capture: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Non-linear relationships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Time-series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Solution in This Paper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 sz="1400" dirty="0"/>
              <a:t>Combine strengths of multiple models and select the best prediction dynamically</a:t>
            </a: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46DAEE-6BAD-7656-2DD2-5CD2B17176FB}"/>
              </a:ext>
            </a:extLst>
          </p:cNvPr>
          <p:cNvSpPr/>
          <p:nvPr/>
        </p:nvSpPr>
        <p:spPr>
          <a:xfrm>
            <a:off x="676307" y="484357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7235A3-3191-146C-FF27-11CB1BDB1233}"/>
              </a:ext>
            </a:extLst>
          </p:cNvPr>
          <p:cNvSpPr/>
          <p:nvPr/>
        </p:nvSpPr>
        <p:spPr>
          <a:xfrm>
            <a:off x="4017166" y="484357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0E97F7-D3C7-7C74-9161-463434C61085}"/>
              </a:ext>
            </a:extLst>
          </p:cNvPr>
          <p:cNvGrpSpPr/>
          <p:nvPr/>
        </p:nvGrpSpPr>
        <p:grpSpPr>
          <a:xfrm>
            <a:off x="830281" y="5439264"/>
            <a:ext cx="2618846" cy="923330"/>
            <a:chOff x="591574" y="5195758"/>
            <a:chExt cx="1682436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BD90C5-9EB3-7E74-3A4F-61B41FCC7FC6}"/>
                </a:ext>
              </a:extLst>
            </p:cNvPr>
            <p:cNvSpPr txBox="1"/>
            <p:nvPr/>
          </p:nvSpPr>
          <p:spPr>
            <a:xfrm>
              <a:off x="591575" y="5472757"/>
              <a:ext cx="1682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Wireless Sensor Networks (WSN)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ZigBee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Cloud storage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A647C2-5554-5FF0-FB4A-668B3FBE077F}"/>
                </a:ext>
              </a:extLst>
            </p:cNvPr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Technologies used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2C7A2D-379A-3A4B-B01F-48A95DFDC1CA}"/>
              </a:ext>
            </a:extLst>
          </p:cNvPr>
          <p:cNvGrpSpPr/>
          <p:nvPr/>
        </p:nvGrpSpPr>
        <p:grpSpPr>
          <a:xfrm>
            <a:off x="4171140" y="5439264"/>
            <a:ext cx="2633302" cy="1091709"/>
            <a:chOff x="591574" y="5195758"/>
            <a:chExt cx="1691723" cy="109170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AA0EDA-F128-2A60-078B-F64645C43898}"/>
                </a:ext>
              </a:extLst>
            </p:cNvPr>
            <p:cNvSpPr txBox="1"/>
            <p:nvPr/>
          </p:nvSpPr>
          <p:spPr>
            <a:xfrm>
              <a:off x="600862" y="5456470"/>
              <a:ext cx="16824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Soil moisture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Root depth moisture</a:t>
              </a:r>
            </a:p>
            <a:p>
              <a:pPr lvl="0"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Temperature</a:t>
              </a:r>
            </a:p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F49458-28B1-B3E5-F347-957BC16BFAE6}"/>
                </a:ext>
              </a:extLst>
            </p:cNvPr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Sensors collect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AFF818-4B4F-D06D-E5FB-B29BF9F16BDE}"/>
              </a:ext>
            </a:extLst>
          </p:cNvPr>
          <p:cNvSpPr txBox="1"/>
          <p:nvPr/>
        </p:nvSpPr>
        <p:spPr>
          <a:xfrm>
            <a:off x="1771066" y="411178"/>
            <a:ext cx="8103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Overall System Architecture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FB1FD15A-6CF9-9A51-BE6F-69F3FB7B7708}"/>
              </a:ext>
            </a:extLst>
          </p:cNvPr>
          <p:cNvSpPr/>
          <p:nvPr/>
        </p:nvSpPr>
        <p:spPr>
          <a:xfrm>
            <a:off x="2015220" y="4980184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2B409F45-F9C0-C79B-92F8-DBBB7D54F391}"/>
              </a:ext>
            </a:extLst>
          </p:cNvPr>
          <p:cNvSpPr/>
          <p:nvPr/>
        </p:nvSpPr>
        <p:spPr>
          <a:xfrm rot="5400000">
            <a:off x="5333786" y="4975868"/>
            <a:ext cx="322469" cy="322041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A470D88A-4A1A-9821-C8B5-177EEFF6791D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 t="10299" b="10299"/>
          <a:stretch/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CD30DB51-AFB4-A833-23CD-91FC36B03D4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t="3711" b="3711"/>
          <a:stretch>
            <a:fillRect/>
          </a:stretch>
        </p:blipFill>
        <p:spPr>
          <a:xfrm>
            <a:off x="8034338" y="898525"/>
            <a:ext cx="2736850" cy="20367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0465FB-01E9-0EF8-AA23-9E918436BF71}"/>
                  </a:ext>
                </a:extLst>
              </p14:cNvPr>
              <p14:cNvContentPartPr/>
              <p14:nvPr/>
            </p14:nvContentPartPr>
            <p14:xfrm>
              <a:off x="2550600" y="3898440"/>
              <a:ext cx="8091720" cy="240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0465FB-01E9-0EF8-AA23-9E918436BF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41240" y="3889080"/>
                <a:ext cx="8110440" cy="24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1785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3E65-C56D-BFAD-9A12-5A94E429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32BE2F-AEE9-8C29-0D96-178718B6E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29" y="3032633"/>
            <a:ext cx="6444916" cy="1376608"/>
          </a:xfrm>
        </p:spPr>
        <p:txBody>
          <a:bodyPr/>
          <a:lstStyle/>
          <a:p>
            <a:r>
              <a:rPr lang="en-US" dirty="0"/>
              <a:t>Role of Each Algorithm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1351F2-AC41-8849-99CF-CA2530EE051B}"/>
              </a:ext>
            </a:extLst>
          </p:cNvPr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592DB51-F9E5-D3A6-BD98-59FF50E19AE5}"/>
                </a:ext>
              </a:extLst>
            </p:cNvPr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835EC7F-A809-7B98-005B-1E42495895EC}"/>
                </a:ext>
              </a:extLst>
            </p:cNvPr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8BC5CB5-8F14-55A2-66A3-14025E1CAFAE}"/>
                </a:ext>
              </a:extLst>
            </p:cNvPr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296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E125-2C09-A4E6-CD5F-9076113E9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18A608-03BC-2A92-94DB-1304F89D68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Role of Each Algorithm</a:t>
            </a:r>
          </a:p>
        </p:txBody>
      </p:sp>
      <p:sp>
        <p:nvSpPr>
          <p:cNvPr id="3" name="Snip Single Corner Rectangle 1">
            <a:extLst>
              <a:ext uri="{FF2B5EF4-FFF2-40B4-BE49-F238E27FC236}">
                <a16:creationId xmlns:a16="http://schemas.microsoft.com/office/drawing/2014/main" id="{7A5C3962-AFA6-ED20-C643-ADC4B9FF0B75}"/>
              </a:ext>
            </a:extLst>
          </p:cNvPr>
          <p:cNvSpPr/>
          <p:nvPr/>
        </p:nvSpPr>
        <p:spPr>
          <a:xfrm>
            <a:off x="94358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nip Single Corner Rectangle 2">
            <a:extLst>
              <a:ext uri="{FF2B5EF4-FFF2-40B4-BE49-F238E27FC236}">
                <a16:creationId xmlns:a16="http://schemas.microsoft.com/office/drawing/2014/main" id="{47688616-88E1-0959-6E96-4E12FD919735}"/>
              </a:ext>
            </a:extLst>
          </p:cNvPr>
          <p:cNvSpPr/>
          <p:nvPr/>
        </p:nvSpPr>
        <p:spPr>
          <a:xfrm flipH="1">
            <a:off x="647194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nip Single Corner Rectangle 3">
            <a:extLst>
              <a:ext uri="{FF2B5EF4-FFF2-40B4-BE49-F238E27FC236}">
                <a16:creationId xmlns:a16="http://schemas.microsoft.com/office/drawing/2014/main" id="{16B27F80-882C-F90A-4B6F-FF30543CD680}"/>
              </a:ext>
            </a:extLst>
          </p:cNvPr>
          <p:cNvSpPr/>
          <p:nvPr/>
        </p:nvSpPr>
        <p:spPr>
          <a:xfrm flipV="1">
            <a:off x="943582" y="4045878"/>
            <a:ext cx="4752000" cy="2151439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nip Single Corner Rectangle 4">
            <a:extLst>
              <a:ext uri="{FF2B5EF4-FFF2-40B4-BE49-F238E27FC236}">
                <a16:creationId xmlns:a16="http://schemas.microsoft.com/office/drawing/2014/main" id="{81F46206-1AE5-4373-5A12-7AF668091AEF}"/>
              </a:ext>
            </a:extLst>
          </p:cNvPr>
          <p:cNvSpPr/>
          <p:nvPr/>
        </p:nvSpPr>
        <p:spPr>
          <a:xfrm flipH="1" flipV="1">
            <a:off x="6471942" y="4045879"/>
            <a:ext cx="4752000" cy="2151438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6B57415B-657C-57A8-6E8B-77FFFD7EE628}"/>
              </a:ext>
            </a:extLst>
          </p:cNvPr>
          <p:cNvSpPr/>
          <p:nvPr/>
        </p:nvSpPr>
        <p:spPr>
          <a:xfrm>
            <a:off x="4929268" y="3221040"/>
            <a:ext cx="2326658" cy="14068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DD5DDDE-242A-E234-B0D0-6163074CFC1C}"/>
              </a:ext>
            </a:extLst>
          </p:cNvPr>
          <p:cNvSpPr txBox="1">
            <a:spLocks/>
          </p:cNvSpPr>
          <p:nvPr/>
        </p:nvSpPr>
        <p:spPr>
          <a:xfrm>
            <a:off x="5267904" y="3740977"/>
            <a:ext cx="1684444" cy="2580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Machine Leaning</a:t>
            </a:r>
          </a:p>
        </p:txBody>
      </p:sp>
      <p:grpSp>
        <p:nvGrpSpPr>
          <p:cNvPr id="15" name="Group 51">
            <a:extLst>
              <a:ext uri="{FF2B5EF4-FFF2-40B4-BE49-F238E27FC236}">
                <a16:creationId xmlns:a16="http://schemas.microsoft.com/office/drawing/2014/main" id="{89D24678-FB44-882F-7288-5A40A529C8F7}"/>
              </a:ext>
            </a:extLst>
          </p:cNvPr>
          <p:cNvGrpSpPr/>
          <p:nvPr/>
        </p:nvGrpSpPr>
        <p:grpSpPr>
          <a:xfrm>
            <a:off x="1173686" y="1919687"/>
            <a:ext cx="2936722" cy="1747777"/>
            <a:chOff x="270023" y="1638319"/>
            <a:chExt cx="2605242" cy="176525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6D5991-BBB9-4346-E923-184C4C264AA1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492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Finds nearest sensor readings</a:t>
              </a:r>
            </a:p>
            <a:p>
              <a:r>
                <a:rPr lang="en-US" sz="1000" dirty="0"/>
                <a:t>Uses data from nearby plants / zones</a:t>
              </a:r>
            </a:p>
            <a:p>
              <a:r>
                <a:rPr lang="en-US" sz="1000" dirty="0"/>
                <a:t>Why KNN?</a:t>
              </a:r>
            </a:p>
            <a:p>
              <a:r>
                <a:rPr lang="en-US" sz="1000" dirty="0"/>
                <a:t>No assumptions about data distribution</a:t>
              </a:r>
            </a:p>
            <a:p>
              <a:r>
                <a:rPr lang="en-US" sz="1000" dirty="0"/>
                <a:t>Good for local similarity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nearby banana plants need water, this plant likely needs it too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B01718-222E-9B71-6665-51ED7FDC0021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K-Nearest Neighbors (KNN)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974A87D6-745B-759A-D79A-D3A3F2CDFDCF}"/>
              </a:ext>
            </a:extLst>
          </p:cNvPr>
          <p:cNvGrpSpPr/>
          <p:nvPr/>
        </p:nvGrpSpPr>
        <p:grpSpPr>
          <a:xfrm>
            <a:off x="1196876" y="4178458"/>
            <a:ext cx="2936721" cy="1981760"/>
            <a:chOff x="270023" y="1638319"/>
            <a:chExt cx="2605241" cy="200157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9B9793-45BB-EB3D-ADF9-725B6152F623}"/>
                </a:ext>
              </a:extLst>
            </p:cNvPr>
            <p:cNvSpPr txBox="1"/>
            <p:nvPr/>
          </p:nvSpPr>
          <p:spPr>
            <a:xfrm>
              <a:off x="272566" y="1836942"/>
              <a:ext cx="2278839" cy="1802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Predicts real water requirement</a:t>
              </a:r>
            </a:p>
            <a:p>
              <a:r>
                <a:rPr lang="en-US" sz="1000" dirty="0"/>
                <a:t>Handles non-linear relationships</a:t>
              </a:r>
            </a:p>
            <a:p>
              <a:r>
                <a:rPr lang="en-US" sz="1000" dirty="0"/>
                <a:t>Why GBT?</a:t>
              </a:r>
            </a:p>
            <a:p>
              <a:r>
                <a:rPr lang="en-US" sz="1000" dirty="0"/>
                <a:t>High accuracy</a:t>
              </a:r>
            </a:p>
            <a:p>
              <a:r>
                <a:rPr lang="en-US" sz="1000" dirty="0"/>
                <a:t>Strong regression performance</a:t>
              </a:r>
            </a:p>
            <a:p>
              <a:r>
                <a:rPr lang="en-US" sz="1000" dirty="0"/>
                <a:t>Combines weak decision trees into a strong model</a:t>
              </a:r>
            </a:p>
            <a:p>
              <a:r>
                <a:rPr lang="en-US" sz="1000" i="1" dirty="0"/>
                <a:t>Used for:</a:t>
              </a:r>
              <a:endParaRPr lang="en-US" sz="1000" dirty="0"/>
            </a:p>
            <a:p>
              <a:r>
                <a:rPr lang="en-US" sz="1000" dirty="0"/>
                <a:t>Moisture</a:t>
              </a:r>
            </a:p>
            <a:p>
              <a:r>
                <a:rPr lang="en-US" sz="1000" dirty="0"/>
                <a:t>Temperature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71AC56-219E-84C9-9D81-8292FD0F9074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Gradient Boosted Tree (GBT)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2">
            <a:extLst>
              <a:ext uri="{FF2B5EF4-FFF2-40B4-BE49-F238E27FC236}">
                <a16:creationId xmlns:a16="http://schemas.microsoft.com/office/drawing/2014/main" id="{B9B3DB0F-72DA-E8A7-998E-A45FD0AD82D3}"/>
              </a:ext>
            </a:extLst>
          </p:cNvPr>
          <p:cNvGrpSpPr/>
          <p:nvPr/>
        </p:nvGrpSpPr>
        <p:grpSpPr>
          <a:xfrm>
            <a:off x="7731561" y="1919687"/>
            <a:ext cx="2951236" cy="1593887"/>
            <a:chOff x="270023" y="1638319"/>
            <a:chExt cx="2618118" cy="160982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4A23AA-8B08-9F65-C880-23EE6536ACBB}"/>
                </a:ext>
              </a:extLst>
            </p:cNvPr>
            <p:cNvSpPr txBox="1"/>
            <p:nvPr/>
          </p:nvSpPr>
          <p:spPr>
            <a:xfrm>
              <a:off x="282901" y="1911472"/>
              <a:ext cx="2605240" cy="133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Time-series forecasting</a:t>
              </a:r>
            </a:p>
            <a:p>
              <a:r>
                <a:rPr lang="en-US" sz="1000" dirty="0"/>
                <a:t>Predicts future water needs</a:t>
              </a:r>
            </a:p>
            <a:p>
              <a:r>
                <a:rPr lang="en-US" sz="1000" dirty="0"/>
                <a:t>Why LSTM?</a:t>
              </a:r>
            </a:p>
            <a:p>
              <a:r>
                <a:rPr lang="en-US" sz="1000" dirty="0"/>
                <a:t>Remembers past conditions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moisture has been dropping for 3 days, LSTM predicts higher irrigation need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BB7916-828F-B70A-A657-11DEB484E9A2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LSTM (Long Short-Term Memory)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74">
            <a:extLst>
              <a:ext uri="{FF2B5EF4-FFF2-40B4-BE49-F238E27FC236}">
                <a16:creationId xmlns:a16="http://schemas.microsoft.com/office/drawing/2014/main" id="{D160AC4B-F607-610E-E41F-01C878FC9FE8}"/>
              </a:ext>
            </a:extLst>
          </p:cNvPr>
          <p:cNvGrpSpPr/>
          <p:nvPr/>
        </p:nvGrpSpPr>
        <p:grpSpPr>
          <a:xfrm>
            <a:off x="7754218" y="4178458"/>
            <a:ext cx="2936722" cy="1493862"/>
            <a:chOff x="270023" y="1638318"/>
            <a:chExt cx="2605242" cy="150880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657B3D-0943-0965-0C3C-F4EB84F88090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235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Purpose:</a:t>
              </a:r>
            </a:p>
            <a:p>
              <a:r>
                <a:rPr lang="en-US" sz="1050" dirty="0"/>
                <a:t>Compares predicted values vs actual values</a:t>
              </a:r>
            </a:p>
            <a:p>
              <a:r>
                <a:rPr lang="en-US" sz="1050" dirty="0"/>
                <a:t>Ranks KNN, GBT, and LSTM predictions</a:t>
              </a:r>
            </a:p>
            <a:p>
              <a:r>
                <a:rPr lang="en-US" sz="1050" dirty="0"/>
                <a:t>Why Spearman?</a:t>
              </a:r>
            </a:p>
            <a:p>
              <a:r>
                <a:rPr lang="en-US" sz="1050" dirty="0"/>
                <a:t>Chooses the best model at each time interval</a:t>
              </a:r>
            </a:p>
            <a:p>
              <a:r>
                <a:rPr lang="en-US" sz="1050" i="1" dirty="0"/>
                <a:t>Final Output:</a:t>
              </a:r>
              <a:br>
                <a:rPr lang="en-US" sz="1050" dirty="0"/>
              </a:br>
              <a:r>
                <a:rPr lang="en-US" sz="1050" dirty="0"/>
                <a:t>A consolidated hybrid prediction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2A24CA-615A-7D7B-CF47-971B0B4C897C}"/>
                </a:ext>
              </a:extLst>
            </p:cNvPr>
            <p:cNvSpPr txBox="1"/>
            <p:nvPr/>
          </p:nvSpPr>
          <p:spPr>
            <a:xfrm>
              <a:off x="270023" y="1638318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Spearman’s Rank Correlation (SRC)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Rectangle 9">
            <a:extLst>
              <a:ext uri="{FF2B5EF4-FFF2-40B4-BE49-F238E27FC236}">
                <a16:creationId xmlns:a16="http://schemas.microsoft.com/office/drawing/2014/main" id="{4B42A44D-B2EA-515A-2C04-9B439F606ED1}"/>
              </a:ext>
            </a:extLst>
          </p:cNvPr>
          <p:cNvSpPr/>
          <p:nvPr/>
        </p:nvSpPr>
        <p:spPr>
          <a:xfrm>
            <a:off x="4521777" y="4873985"/>
            <a:ext cx="420559" cy="39368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A4738B8C-A415-73BA-C352-9CD247B98E60}"/>
              </a:ext>
            </a:extLst>
          </p:cNvPr>
          <p:cNvSpPr>
            <a:spLocks noChangeAspect="1"/>
          </p:cNvSpPr>
          <p:nvPr/>
        </p:nvSpPr>
        <p:spPr>
          <a:xfrm>
            <a:off x="4477219" y="2554583"/>
            <a:ext cx="452743" cy="45652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3744CA8D-4455-1EA5-F352-916A6F4DEF75}"/>
              </a:ext>
            </a:extLst>
          </p:cNvPr>
          <p:cNvSpPr/>
          <p:nvPr/>
        </p:nvSpPr>
        <p:spPr>
          <a:xfrm rot="2700000">
            <a:off x="7226665" y="4761117"/>
            <a:ext cx="339446" cy="60856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1">
            <a:extLst>
              <a:ext uri="{FF2B5EF4-FFF2-40B4-BE49-F238E27FC236}">
                <a16:creationId xmlns:a16="http://schemas.microsoft.com/office/drawing/2014/main" id="{8B6EFBD7-22F3-BE60-EA57-155CDF107C2C}"/>
              </a:ext>
            </a:extLst>
          </p:cNvPr>
          <p:cNvSpPr/>
          <p:nvPr/>
        </p:nvSpPr>
        <p:spPr>
          <a:xfrm rot="16200000" flipH="1">
            <a:off x="6805320" y="2551514"/>
            <a:ext cx="462849" cy="438363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14:cNvPr>
              <p14:cNvContentPartPr/>
              <p14:nvPr/>
            </p14:nvContentPartPr>
            <p14:xfrm>
              <a:off x="1889280" y="825840"/>
              <a:ext cx="9923040" cy="564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9920" y="816480"/>
                <a:ext cx="9941760" cy="56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1213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42FAC-4156-3694-6A11-C4666271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79BCAE-B74A-5110-CDE9-6D15175D4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How the Hybrid Model Is Selected?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BDEE3-4006-5F7D-CA3D-60378E24D44B}"/>
              </a:ext>
            </a:extLst>
          </p:cNvPr>
          <p:cNvSpPr txBox="1"/>
          <p:nvPr/>
        </p:nvSpPr>
        <p:spPr>
          <a:xfrm>
            <a:off x="786646" y="1351508"/>
            <a:ext cx="1079575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can the system choose the best model if real output is unknown in real life?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During Training &amp; Testing (Offline)</a:t>
            </a:r>
          </a:p>
          <a:p>
            <a:r>
              <a:rPr lang="en-US" dirty="0"/>
              <a:t>Real irrigation / water requirement data is available</a:t>
            </a:r>
          </a:p>
          <a:p>
            <a:r>
              <a:rPr lang="en-US" dirty="0"/>
              <a:t>GBT and LSTM predictions are compared with real values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Metrics used:</a:t>
            </a:r>
          </a:p>
          <a:p>
            <a:pPr lvl="1"/>
            <a:r>
              <a:rPr lang="en-US" dirty="0"/>
              <a:t>R²</a:t>
            </a:r>
          </a:p>
          <a:p>
            <a:pPr lvl="1"/>
            <a:r>
              <a:rPr lang="en-US" dirty="0"/>
              <a:t>RMSE</a:t>
            </a:r>
          </a:p>
          <a:p>
            <a:pPr lvl="1"/>
            <a:r>
              <a:rPr lang="en-US" dirty="0"/>
              <a:t>Spearman’s Rank Correlation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analysis shows patterns:</a:t>
            </a:r>
          </a:p>
          <a:p>
            <a:pPr lvl="1"/>
            <a:r>
              <a:rPr lang="en-US" dirty="0"/>
              <a:t>GBT performs better for short-term predictions</a:t>
            </a:r>
          </a:p>
          <a:p>
            <a:pPr lvl="1"/>
            <a:r>
              <a:rPr lang="en-US" dirty="0"/>
              <a:t>LSTM performs better for long-term (time-series) predictions</a:t>
            </a:r>
          </a:p>
          <a:p>
            <a:pPr lvl="1"/>
            <a:endParaRPr lang="en-US" dirty="0"/>
          </a:p>
          <a:p>
            <a:r>
              <a:rPr lang="en-US" dirty="0"/>
              <a:t>So Model comparison and “best model” selection happen only here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927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4E7C-780E-80E7-1F8B-CFEE06C0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946083-49FD-60D4-3B48-050EEAFF67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731CAD5-0B31-CFB3-52D9-204F1182B602}"/>
              </a:ext>
            </a:extLst>
          </p:cNvPr>
          <p:cNvGrpSpPr/>
          <p:nvPr/>
        </p:nvGrpSpPr>
        <p:grpSpPr>
          <a:xfrm>
            <a:off x="9208982" y="3468699"/>
            <a:ext cx="2006603" cy="896255"/>
            <a:chOff x="6683638" y="3478363"/>
            <a:chExt cx="1773386" cy="792088"/>
          </a:xfrm>
          <a:solidFill>
            <a:schemeClr val="accent3"/>
          </a:solidFill>
        </p:grpSpPr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A9E05340-62A9-0250-D172-85CBF33008D3}"/>
                </a:ext>
              </a:extLst>
            </p:cNvPr>
            <p:cNvSpPr/>
            <p:nvPr/>
          </p:nvSpPr>
          <p:spPr>
            <a:xfrm rot="10800000">
              <a:off x="6683638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Chevron 9">
              <a:extLst>
                <a:ext uri="{FF2B5EF4-FFF2-40B4-BE49-F238E27FC236}">
                  <a16:creationId xmlns:a16="http://schemas.microsoft.com/office/drawing/2014/main" id="{9AC74D71-5BAA-3682-B4AC-132194232E63}"/>
                </a:ext>
              </a:extLst>
            </p:cNvPr>
            <p:cNvSpPr/>
            <p:nvPr/>
          </p:nvSpPr>
          <p:spPr>
            <a:xfrm rot="10800000">
              <a:off x="7880960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4464EFF-C185-62B5-9070-19294670E0DF}"/>
              </a:ext>
            </a:extLst>
          </p:cNvPr>
          <p:cNvGrpSpPr/>
          <p:nvPr/>
        </p:nvGrpSpPr>
        <p:grpSpPr>
          <a:xfrm>
            <a:off x="8684442" y="3976294"/>
            <a:ext cx="896255" cy="2014965"/>
            <a:chOff x="6220062" y="3926963"/>
            <a:chExt cx="792088" cy="1780776"/>
          </a:xfrm>
          <a:solidFill>
            <a:schemeClr val="accent2"/>
          </a:solidFill>
        </p:grpSpPr>
        <p:sp>
          <p:nvSpPr>
            <p:cNvPr id="34" name="Chevron 8">
              <a:extLst>
                <a:ext uri="{FF2B5EF4-FFF2-40B4-BE49-F238E27FC236}">
                  <a16:creationId xmlns:a16="http://schemas.microsoft.com/office/drawing/2014/main" id="{5B5659FB-6C27-9D81-42FC-5F34581C57E0}"/>
                </a:ext>
              </a:extLst>
            </p:cNvPr>
            <p:cNvSpPr/>
            <p:nvPr/>
          </p:nvSpPr>
          <p:spPr>
            <a:xfrm rot="16200000">
              <a:off x="5869734" y="4277291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10">
              <a:extLst>
                <a:ext uri="{FF2B5EF4-FFF2-40B4-BE49-F238E27FC236}">
                  <a16:creationId xmlns:a16="http://schemas.microsoft.com/office/drawing/2014/main" id="{10767A98-AA2A-E8C5-42D5-E1BB5266DB97}"/>
                </a:ext>
              </a:extLst>
            </p:cNvPr>
            <p:cNvSpPr/>
            <p:nvPr/>
          </p:nvSpPr>
          <p:spPr>
            <a:xfrm rot="16200000">
              <a:off x="6328074" y="50236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8933AEF-2F40-4D56-937A-C58A5E03E25D}"/>
              </a:ext>
            </a:extLst>
          </p:cNvPr>
          <p:cNvGrpSpPr/>
          <p:nvPr/>
        </p:nvGrpSpPr>
        <p:grpSpPr>
          <a:xfrm>
            <a:off x="7060221" y="3468699"/>
            <a:ext cx="1996530" cy="896255"/>
            <a:chOff x="4784616" y="3478363"/>
            <a:chExt cx="1764484" cy="792088"/>
          </a:xfrm>
          <a:solidFill>
            <a:schemeClr val="accent1"/>
          </a:solidFill>
        </p:grpSpPr>
        <p:sp>
          <p:nvSpPr>
            <p:cNvPr id="37" name="Chevron 5">
              <a:extLst>
                <a:ext uri="{FF2B5EF4-FFF2-40B4-BE49-F238E27FC236}">
                  <a16:creationId xmlns:a16="http://schemas.microsoft.com/office/drawing/2014/main" id="{E107AEA9-A484-8F2B-9E4F-0B0EA0CAC42B}"/>
                </a:ext>
              </a:extLst>
            </p:cNvPr>
            <p:cNvSpPr/>
            <p:nvPr/>
          </p:nvSpPr>
          <p:spPr>
            <a:xfrm>
              <a:off x="5056356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11">
              <a:extLst>
                <a:ext uri="{FF2B5EF4-FFF2-40B4-BE49-F238E27FC236}">
                  <a16:creationId xmlns:a16="http://schemas.microsoft.com/office/drawing/2014/main" id="{0035E1C7-B4FC-3A75-0AF8-DEF163BC3835}"/>
                </a:ext>
              </a:extLst>
            </p:cNvPr>
            <p:cNvSpPr/>
            <p:nvPr/>
          </p:nvSpPr>
          <p:spPr>
            <a:xfrm>
              <a:off x="4784616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4F736AA-8A74-78BB-04B2-43294A48F33E}"/>
              </a:ext>
            </a:extLst>
          </p:cNvPr>
          <p:cNvGrpSpPr/>
          <p:nvPr/>
        </p:nvGrpSpPr>
        <p:grpSpPr>
          <a:xfrm>
            <a:off x="8684442" y="1853594"/>
            <a:ext cx="896255" cy="2014965"/>
            <a:chOff x="6220062" y="2050973"/>
            <a:chExt cx="792088" cy="1780776"/>
          </a:xfrm>
          <a:solidFill>
            <a:schemeClr val="accent4"/>
          </a:solidFill>
        </p:grpSpPr>
        <p:sp>
          <p:nvSpPr>
            <p:cNvPr id="40" name="Chevron 6">
              <a:extLst>
                <a:ext uri="{FF2B5EF4-FFF2-40B4-BE49-F238E27FC236}">
                  <a16:creationId xmlns:a16="http://schemas.microsoft.com/office/drawing/2014/main" id="{48F4DD97-5C09-59DF-276D-A355448E942A}"/>
                </a:ext>
              </a:extLst>
            </p:cNvPr>
            <p:cNvSpPr/>
            <p:nvPr/>
          </p:nvSpPr>
          <p:spPr>
            <a:xfrm rot="5400000">
              <a:off x="5869734" y="268933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12">
              <a:extLst>
                <a:ext uri="{FF2B5EF4-FFF2-40B4-BE49-F238E27FC236}">
                  <a16:creationId xmlns:a16="http://schemas.microsoft.com/office/drawing/2014/main" id="{8C1DFDA7-B0D6-120C-7898-B51D5EBEA2AF}"/>
                </a:ext>
              </a:extLst>
            </p:cNvPr>
            <p:cNvSpPr/>
            <p:nvPr/>
          </p:nvSpPr>
          <p:spPr>
            <a:xfrm rot="5400000">
              <a:off x="6328074" y="1942961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 13">
            <a:extLst>
              <a:ext uri="{FF2B5EF4-FFF2-40B4-BE49-F238E27FC236}">
                <a16:creationId xmlns:a16="http://schemas.microsoft.com/office/drawing/2014/main" id="{F80B7DD6-0776-39FB-5DC9-2CD2C60EA2A5}"/>
              </a:ext>
            </a:extLst>
          </p:cNvPr>
          <p:cNvSpPr/>
          <p:nvPr/>
        </p:nvSpPr>
        <p:spPr>
          <a:xfrm>
            <a:off x="8771519" y="2700867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065CC577-060D-1DA8-4607-084AD9ACD78E}"/>
              </a:ext>
            </a:extLst>
          </p:cNvPr>
          <p:cNvSpPr/>
          <p:nvPr/>
        </p:nvSpPr>
        <p:spPr>
          <a:xfrm>
            <a:off x="7851174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94472DC1-7C92-D43B-04E0-47B831EF347E}"/>
              </a:ext>
            </a:extLst>
          </p:cNvPr>
          <p:cNvSpPr/>
          <p:nvPr/>
        </p:nvSpPr>
        <p:spPr>
          <a:xfrm>
            <a:off x="9692458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5" name="Rectangle 16">
            <a:extLst>
              <a:ext uri="{FF2B5EF4-FFF2-40B4-BE49-F238E27FC236}">
                <a16:creationId xmlns:a16="http://schemas.microsoft.com/office/drawing/2014/main" id="{38C31A5C-E225-92BE-D93B-AEB9F06E3CE9}"/>
              </a:ext>
            </a:extLst>
          </p:cNvPr>
          <p:cNvSpPr/>
          <p:nvPr/>
        </p:nvSpPr>
        <p:spPr>
          <a:xfrm>
            <a:off x="8771519" y="4497655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F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87DDA-B288-6C09-1B3D-D4B25AB1E780}"/>
              </a:ext>
            </a:extLst>
          </p:cNvPr>
          <p:cNvSpPr txBox="1"/>
          <p:nvPr/>
        </p:nvSpPr>
        <p:spPr>
          <a:xfrm>
            <a:off x="850213" y="188063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STRENGTHS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0D5DDB-4A2A-A1BB-2CA1-87C7A85857C5}"/>
              </a:ext>
            </a:extLst>
          </p:cNvPr>
          <p:cNvSpPr txBox="1"/>
          <p:nvPr/>
        </p:nvSpPr>
        <p:spPr>
          <a:xfrm>
            <a:off x="2859287" y="1786368"/>
            <a:ext cx="3629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Real-world deployment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Multi-sensor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Hybrid ML (not single algorithm)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Time-series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Significant water &amp; energy savings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Chevron 25">
            <a:extLst>
              <a:ext uri="{FF2B5EF4-FFF2-40B4-BE49-F238E27FC236}">
                <a16:creationId xmlns:a16="http://schemas.microsoft.com/office/drawing/2014/main" id="{2FA6FE3C-F7B8-1EE5-F955-C8F84D775CFE}"/>
              </a:ext>
            </a:extLst>
          </p:cNvPr>
          <p:cNvSpPr/>
          <p:nvPr/>
        </p:nvSpPr>
        <p:spPr>
          <a:xfrm>
            <a:off x="2474703" y="1920773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B6299A-645C-C79C-9A7F-09445292DD4B}"/>
              </a:ext>
            </a:extLst>
          </p:cNvPr>
          <p:cNvSpPr txBox="1"/>
          <p:nvPr/>
        </p:nvSpPr>
        <p:spPr>
          <a:xfrm>
            <a:off x="850213" y="308875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WEAKNESS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9258DD-F93C-4034-481A-3A2AC0DDF5D5}"/>
              </a:ext>
            </a:extLst>
          </p:cNvPr>
          <p:cNvSpPr txBox="1"/>
          <p:nvPr/>
        </p:nvSpPr>
        <p:spPr>
          <a:xfrm>
            <a:off x="2859287" y="2993069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Not fully automated irrigation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Tested only on banana crop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Noise in sensor signals can affect accuracy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Chevron 26">
            <a:extLst>
              <a:ext uri="{FF2B5EF4-FFF2-40B4-BE49-F238E27FC236}">
                <a16:creationId xmlns:a16="http://schemas.microsoft.com/office/drawing/2014/main" id="{D34A7C59-0FBA-F727-0114-E439D49F47C6}"/>
              </a:ext>
            </a:extLst>
          </p:cNvPr>
          <p:cNvSpPr/>
          <p:nvPr/>
        </p:nvSpPr>
        <p:spPr>
          <a:xfrm>
            <a:off x="2480645" y="3127474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757AD2-2252-1F8E-ABC4-C59F05050AC8}"/>
              </a:ext>
            </a:extLst>
          </p:cNvPr>
          <p:cNvSpPr txBox="1"/>
          <p:nvPr/>
        </p:nvSpPr>
        <p:spPr>
          <a:xfrm>
            <a:off x="850213" y="4296878"/>
            <a:ext cx="151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Future Work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6B5FA2-5BA8-A1F3-2D13-99B836BA2465}"/>
              </a:ext>
            </a:extLst>
          </p:cNvPr>
          <p:cNvSpPr txBox="1"/>
          <p:nvPr/>
        </p:nvSpPr>
        <p:spPr>
          <a:xfrm>
            <a:off x="2859287" y="4199770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Full automation of irrigation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Noise-resilient models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Apply to Carrot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4" name="Chevron 27">
            <a:extLst>
              <a:ext uri="{FF2B5EF4-FFF2-40B4-BE49-F238E27FC236}">
                <a16:creationId xmlns:a16="http://schemas.microsoft.com/office/drawing/2014/main" id="{C7C3E991-C2F0-67BC-F150-FAA3C221E4F1}"/>
              </a:ext>
            </a:extLst>
          </p:cNvPr>
          <p:cNvSpPr/>
          <p:nvPr/>
        </p:nvSpPr>
        <p:spPr>
          <a:xfrm>
            <a:off x="2486587" y="4334175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2F86D6-A262-93F8-E4AF-54F9C4124FE6}"/>
              </a:ext>
            </a:extLst>
          </p:cNvPr>
          <p:cNvSpPr txBox="1"/>
          <p:nvPr/>
        </p:nvSpPr>
        <p:spPr>
          <a:xfrm>
            <a:off x="850213" y="5299753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Summary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9EFBE5-7986-035C-49AE-B33547E0097D}"/>
              </a:ext>
            </a:extLst>
          </p:cNvPr>
          <p:cNvSpPr txBox="1"/>
          <p:nvPr/>
        </p:nvSpPr>
        <p:spPr>
          <a:xfrm>
            <a:off x="2859287" y="5143986"/>
            <a:ext cx="3629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paper proposes an IoT-based hybrid machine learning system that combines KNN, GBT, LSTM, and Spearman correlation to optimize irrigation water usage, achieving up to 50% water savings in banana cultivation while indirectly reducing energy consumption.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Chevron 28">
            <a:extLst>
              <a:ext uri="{FF2B5EF4-FFF2-40B4-BE49-F238E27FC236}">
                <a16:creationId xmlns:a16="http://schemas.microsoft.com/office/drawing/2014/main" id="{7BE69C58-FA8C-467A-DD20-C522D0ECFFA1}"/>
              </a:ext>
            </a:extLst>
          </p:cNvPr>
          <p:cNvSpPr/>
          <p:nvPr/>
        </p:nvSpPr>
        <p:spPr>
          <a:xfrm>
            <a:off x="2492529" y="5339889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79EEF9-9D71-8E4D-673C-947CB73E6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automation of irrigation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C04DEA-97BE-B289-A7A0-48CDB8455FB7}"/>
                  </a:ext>
                </a:extLst>
              </p14:cNvPr>
              <p14:cNvContentPartPr/>
              <p14:nvPr/>
            </p14:nvContentPartPr>
            <p14:xfrm>
              <a:off x="3805920" y="2018880"/>
              <a:ext cx="5439240" cy="460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C04DEA-97BE-B289-A7A0-48CDB8455F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6560" y="2009520"/>
                <a:ext cx="5457960" cy="462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03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Any Questions?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D2A1A5-F4E6-5AF6-58FE-484AC69C94F7}"/>
                  </a:ext>
                </a:extLst>
              </p14:cNvPr>
              <p14:cNvContentPartPr/>
              <p14:nvPr/>
            </p14:nvContentPartPr>
            <p14:xfrm>
              <a:off x="9739080" y="2560320"/>
              <a:ext cx="2363760" cy="1915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D2A1A5-F4E6-5AF6-58FE-484AC69C94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9720" y="2550960"/>
                <a:ext cx="2382480" cy="193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A4E6-589D-1D11-556E-C577E72F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D38ECF-5848-D60E-9572-28986A20E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Role of Each Algorithm</a:t>
            </a:r>
          </a:p>
        </p:txBody>
      </p:sp>
      <p:sp>
        <p:nvSpPr>
          <p:cNvPr id="3" name="Snip Single Corner Rectangle 1">
            <a:extLst>
              <a:ext uri="{FF2B5EF4-FFF2-40B4-BE49-F238E27FC236}">
                <a16:creationId xmlns:a16="http://schemas.microsoft.com/office/drawing/2014/main" id="{7E3EE5C5-DBD8-D7F5-2EAD-3B3B28DBBFB0}"/>
              </a:ext>
            </a:extLst>
          </p:cNvPr>
          <p:cNvSpPr/>
          <p:nvPr/>
        </p:nvSpPr>
        <p:spPr>
          <a:xfrm>
            <a:off x="94358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nip Single Corner Rectangle 2">
            <a:extLst>
              <a:ext uri="{FF2B5EF4-FFF2-40B4-BE49-F238E27FC236}">
                <a16:creationId xmlns:a16="http://schemas.microsoft.com/office/drawing/2014/main" id="{1868972C-CD43-523F-223E-877FEE3215C8}"/>
              </a:ext>
            </a:extLst>
          </p:cNvPr>
          <p:cNvSpPr/>
          <p:nvPr/>
        </p:nvSpPr>
        <p:spPr>
          <a:xfrm flipH="1">
            <a:off x="6471942" y="1645512"/>
            <a:ext cx="4752000" cy="2157626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nip Single Corner Rectangle 3">
            <a:extLst>
              <a:ext uri="{FF2B5EF4-FFF2-40B4-BE49-F238E27FC236}">
                <a16:creationId xmlns:a16="http://schemas.microsoft.com/office/drawing/2014/main" id="{A86C7B9F-B0AD-40E5-792B-9EE0DA33D59A}"/>
              </a:ext>
            </a:extLst>
          </p:cNvPr>
          <p:cNvSpPr/>
          <p:nvPr/>
        </p:nvSpPr>
        <p:spPr>
          <a:xfrm flipV="1">
            <a:off x="943582" y="4045878"/>
            <a:ext cx="4752000" cy="2151439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nip Single Corner Rectangle 4">
            <a:extLst>
              <a:ext uri="{FF2B5EF4-FFF2-40B4-BE49-F238E27FC236}">
                <a16:creationId xmlns:a16="http://schemas.microsoft.com/office/drawing/2014/main" id="{CF7EF84F-D7A0-B072-DE93-CC257A231F80}"/>
              </a:ext>
            </a:extLst>
          </p:cNvPr>
          <p:cNvSpPr/>
          <p:nvPr/>
        </p:nvSpPr>
        <p:spPr>
          <a:xfrm flipH="1" flipV="1">
            <a:off x="6471942" y="4045879"/>
            <a:ext cx="4752000" cy="2151438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E7242C98-67EE-C7E7-DF88-B3E888A3B3FC}"/>
              </a:ext>
            </a:extLst>
          </p:cNvPr>
          <p:cNvSpPr/>
          <p:nvPr/>
        </p:nvSpPr>
        <p:spPr>
          <a:xfrm>
            <a:off x="4929268" y="3221040"/>
            <a:ext cx="2326658" cy="14068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B74884F-BAD5-946C-ADF0-7A210000B61F}"/>
              </a:ext>
            </a:extLst>
          </p:cNvPr>
          <p:cNvSpPr txBox="1">
            <a:spLocks/>
          </p:cNvSpPr>
          <p:nvPr/>
        </p:nvSpPr>
        <p:spPr>
          <a:xfrm>
            <a:off x="5267904" y="3740977"/>
            <a:ext cx="1684444" cy="2580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Machine Leaning</a:t>
            </a:r>
          </a:p>
        </p:txBody>
      </p:sp>
      <p:grpSp>
        <p:nvGrpSpPr>
          <p:cNvPr id="15" name="Group 51">
            <a:extLst>
              <a:ext uri="{FF2B5EF4-FFF2-40B4-BE49-F238E27FC236}">
                <a16:creationId xmlns:a16="http://schemas.microsoft.com/office/drawing/2014/main" id="{3A2B670F-B986-A975-7F74-11A3B0A09C46}"/>
              </a:ext>
            </a:extLst>
          </p:cNvPr>
          <p:cNvGrpSpPr/>
          <p:nvPr/>
        </p:nvGrpSpPr>
        <p:grpSpPr>
          <a:xfrm>
            <a:off x="1173686" y="1919687"/>
            <a:ext cx="2936722" cy="1747777"/>
            <a:chOff x="270023" y="1638319"/>
            <a:chExt cx="2605242" cy="176525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192959-29AF-7C16-3623-570C461168B5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492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Finds nearest sensor readings</a:t>
              </a:r>
            </a:p>
            <a:p>
              <a:r>
                <a:rPr lang="en-US" sz="1000" dirty="0"/>
                <a:t>Uses data from nearby plants / zones</a:t>
              </a:r>
            </a:p>
            <a:p>
              <a:r>
                <a:rPr lang="en-US" sz="1000" dirty="0"/>
                <a:t>Why KNN?</a:t>
              </a:r>
            </a:p>
            <a:p>
              <a:r>
                <a:rPr lang="en-US" sz="1000" dirty="0"/>
                <a:t>No assumptions about data distribution</a:t>
              </a:r>
            </a:p>
            <a:p>
              <a:r>
                <a:rPr lang="en-US" sz="1000" dirty="0"/>
                <a:t>Good for local similarity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nearby banana plants need water, this plant likely needs it too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6FF872-14BC-2EA0-B3AB-29865FF91C78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K-Nearest Neighbors (KNN)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C866F72B-B004-E926-A59F-89AA91F45F57}"/>
              </a:ext>
            </a:extLst>
          </p:cNvPr>
          <p:cNvGrpSpPr/>
          <p:nvPr/>
        </p:nvGrpSpPr>
        <p:grpSpPr>
          <a:xfrm>
            <a:off x="1196876" y="4178458"/>
            <a:ext cx="2936721" cy="1981760"/>
            <a:chOff x="270023" y="1638319"/>
            <a:chExt cx="2605241" cy="200157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650F70-EC19-9550-1E4B-40E18CA790A0}"/>
                </a:ext>
              </a:extLst>
            </p:cNvPr>
            <p:cNvSpPr txBox="1"/>
            <p:nvPr/>
          </p:nvSpPr>
          <p:spPr>
            <a:xfrm>
              <a:off x="272566" y="1836942"/>
              <a:ext cx="2278839" cy="1802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Predicts real water requirement</a:t>
              </a:r>
            </a:p>
            <a:p>
              <a:r>
                <a:rPr lang="en-US" sz="1000" dirty="0"/>
                <a:t>Handles non-linear relationships</a:t>
              </a:r>
            </a:p>
            <a:p>
              <a:r>
                <a:rPr lang="en-US" sz="1000" dirty="0"/>
                <a:t>Why GBT?</a:t>
              </a:r>
            </a:p>
            <a:p>
              <a:r>
                <a:rPr lang="en-US" sz="1000" dirty="0"/>
                <a:t>High accuracy</a:t>
              </a:r>
            </a:p>
            <a:p>
              <a:r>
                <a:rPr lang="en-US" sz="1000" dirty="0"/>
                <a:t>Strong regression performance</a:t>
              </a:r>
            </a:p>
            <a:p>
              <a:r>
                <a:rPr lang="en-US" sz="1000" dirty="0"/>
                <a:t>Combines weak decision trees into a strong model</a:t>
              </a:r>
            </a:p>
            <a:p>
              <a:r>
                <a:rPr lang="en-US" sz="1000" i="1" dirty="0"/>
                <a:t>Used for:</a:t>
              </a:r>
              <a:endParaRPr lang="en-US" sz="1000" dirty="0"/>
            </a:p>
            <a:p>
              <a:r>
                <a:rPr lang="en-US" sz="1000" dirty="0"/>
                <a:t>Moisture</a:t>
              </a:r>
            </a:p>
            <a:p>
              <a:r>
                <a:rPr lang="en-US" sz="1000" dirty="0"/>
                <a:t>Temperature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260AA4-3DEA-63EA-2EDD-C20C876CFDF0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Gradient Boosted Tree (GBT)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2">
            <a:extLst>
              <a:ext uri="{FF2B5EF4-FFF2-40B4-BE49-F238E27FC236}">
                <a16:creationId xmlns:a16="http://schemas.microsoft.com/office/drawing/2014/main" id="{F86B0B6B-957A-6439-B496-74DF84C98B94}"/>
              </a:ext>
            </a:extLst>
          </p:cNvPr>
          <p:cNvGrpSpPr/>
          <p:nvPr/>
        </p:nvGrpSpPr>
        <p:grpSpPr>
          <a:xfrm>
            <a:off x="7731561" y="1919687"/>
            <a:ext cx="2951236" cy="1593887"/>
            <a:chOff x="270023" y="1638319"/>
            <a:chExt cx="2618118" cy="160982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871C6B-F343-9DBB-F1FF-55A14738BC01}"/>
                </a:ext>
              </a:extLst>
            </p:cNvPr>
            <p:cNvSpPr txBox="1"/>
            <p:nvPr/>
          </p:nvSpPr>
          <p:spPr>
            <a:xfrm>
              <a:off x="282901" y="1911472"/>
              <a:ext cx="2605240" cy="133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Purpose:</a:t>
              </a:r>
            </a:p>
            <a:p>
              <a:r>
                <a:rPr lang="en-US" sz="1000" dirty="0"/>
                <a:t>Time-series forecasting</a:t>
              </a:r>
            </a:p>
            <a:p>
              <a:r>
                <a:rPr lang="en-US" sz="1000" dirty="0"/>
                <a:t>Predicts future water needs</a:t>
              </a:r>
            </a:p>
            <a:p>
              <a:r>
                <a:rPr lang="en-US" sz="1000" dirty="0"/>
                <a:t>Why LSTM?</a:t>
              </a:r>
            </a:p>
            <a:p>
              <a:r>
                <a:rPr lang="en-US" sz="1000" dirty="0"/>
                <a:t>Remembers past conditions</a:t>
              </a:r>
            </a:p>
            <a:p>
              <a:r>
                <a:rPr lang="en-US" sz="1000" i="1" dirty="0"/>
                <a:t>Example:</a:t>
              </a:r>
              <a:br>
                <a:rPr lang="en-US" sz="1000" dirty="0"/>
              </a:br>
              <a:r>
                <a:rPr lang="en-US" sz="1000" dirty="0"/>
                <a:t>If moisture has been dropping for 3 days, LSTM predicts higher irrigation need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14D056-60C2-9BAA-168A-37948587C8AE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LSTM (Long Short-Term Memory)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74">
            <a:extLst>
              <a:ext uri="{FF2B5EF4-FFF2-40B4-BE49-F238E27FC236}">
                <a16:creationId xmlns:a16="http://schemas.microsoft.com/office/drawing/2014/main" id="{7928EAB0-2E7C-7EFD-DB7D-76C21E866435}"/>
              </a:ext>
            </a:extLst>
          </p:cNvPr>
          <p:cNvGrpSpPr/>
          <p:nvPr/>
        </p:nvGrpSpPr>
        <p:grpSpPr>
          <a:xfrm>
            <a:off x="7754218" y="4178458"/>
            <a:ext cx="2936722" cy="1493862"/>
            <a:chOff x="270023" y="1638318"/>
            <a:chExt cx="2605242" cy="150880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494AF5-2BF0-1731-9F62-2EDCE71368CC}"/>
                </a:ext>
              </a:extLst>
            </p:cNvPr>
            <p:cNvSpPr txBox="1"/>
            <p:nvPr/>
          </p:nvSpPr>
          <p:spPr>
            <a:xfrm>
              <a:off x="270024" y="1911472"/>
              <a:ext cx="2605241" cy="1235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Purpose:</a:t>
              </a:r>
            </a:p>
            <a:p>
              <a:r>
                <a:rPr lang="en-US" sz="1050" dirty="0"/>
                <a:t>Compares predicted values vs actual values</a:t>
              </a:r>
            </a:p>
            <a:p>
              <a:r>
                <a:rPr lang="en-US" sz="1050" dirty="0"/>
                <a:t>Ranks KNN, GBT, and LSTM predictions</a:t>
              </a:r>
            </a:p>
            <a:p>
              <a:r>
                <a:rPr lang="en-US" sz="1050" dirty="0"/>
                <a:t>Why Spearman?</a:t>
              </a:r>
            </a:p>
            <a:p>
              <a:r>
                <a:rPr lang="en-US" sz="1050" dirty="0"/>
                <a:t>Chooses the best model at each time interval</a:t>
              </a:r>
            </a:p>
            <a:p>
              <a:r>
                <a:rPr lang="en-US" sz="1050" i="1" dirty="0"/>
                <a:t>Final Output:</a:t>
              </a:r>
              <a:br>
                <a:rPr lang="en-US" sz="1050" dirty="0"/>
              </a:br>
              <a:r>
                <a:rPr lang="en-US" sz="1050" dirty="0"/>
                <a:t>A consolidated hybrid prediction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FB7CA2-A5B9-3309-C913-5541C8C45AD4}"/>
                </a:ext>
              </a:extLst>
            </p:cNvPr>
            <p:cNvSpPr txBox="1"/>
            <p:nvPr/>
          </p:nvSpPr>
          <p:spPr>
            <a:xfrm>
              <a:off x="270023" y="1638318"/>
              <a:ext cx="2605241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Spearman’s Rank Correlation (SRC)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Rectangle 9">
            <a:extLst>
              <a:ext uri="{FF2B5EF4-FFF2-40B4-BE49-F238E27FC236}">
                <a16:creationId xmlns:a16="http://schemas.microsoft.com/office/drawing/2014/main" id="{126C86CF-18A1-BE34-F0EF-DB80032034B9}"/>
              </a:ext>
            </a:extLst>
          </p:cNvPr>
          <p:cNvSpPr/>
          <p:nvPr/>
        </p:nvSpPr>
        <p:spPr>
          <a:xfrm>
            <a:off x="4521777" y="4873985"/>
            <a:ext cx="420559" cy="39368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A1FE4B35-E773-795E-5C3E-302D4564BB28}"/>
              </a:ext>
            </a:extLst>
          </p:cNvPr>
          <p:cNvSpPr>
            <a:spLocks noChangeAspect="1"/>
          </p:cNvSpPr>
          <p:nvPr/>
        </p:nvSpPr>
        <p:spPr>
          <a:xfrm>
            <a:off x="4477219" y="2554583"/>
            <a:ext cx="452743" cy="45652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C6714BDF-A636-CA76-35EC-AFFAD415A5BD}"/>
              </a:ext>
            </a:extLst>
          </p:cNvPr>
          <p:cNvSpPr/>
          <p:nvPr/>
        </p:nvSpPr>
        <p:spPr>
          <a:xfrm rot="2700000">
            <a:off x="7226665" y="4761117"/>
            <a:ext cx="339446" cy="60856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1">
            <a:extLst>
              <a:ext uri="{FF2B5EF4-FFF2-40B4-BE49-F238E27FC236}">
                <a16:creationId xmlns:a16="http://schemas.microsoft.com/office/drawing/2014/main" id="{F7AD4168-DF60-52E9-9FEF-79F4BAA61DCF}"/>
              </a:ext>
            </a:extLst>
          </p:cNvPr>
          <p:cNvSpPr/>
          <p:nvPr/>
        </p:nvSpPr>
        <p:spPr>
          <a:xfrm rot="16200000" flipH="1">
            <a:off x="6805320" y="2551514"/>
            <a:ext cx="462849" cy="438363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F2B37E6-56F2-5D9F-9867-B5833DE9351D}"/>
                  </a:ext>
                </a:extLst>
              </p14:cNvPr>
              <p14:cNvContentPartPr/>
              <p14:nvPr/>
            </p14:nvContentPartPr>
            <p14:xfrm>
              <a:off x="1889280" y="825840"/>
              <a:ext cx="9923040" cy="564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471C298-E8CF-5EB4-AE75-1AC6A93298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9920" y="816480"/>
                <a:ext cx="9941760" cy="56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0710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6960-7C9A-BEE0-309F-95A7360D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75378C-3CCF-FAE7-E2BB-B49843EABA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How the Hybrid Model Is Selected?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1CB47-EA07-E8F4-BC5E-5693A4452130}"/>
              </a:ext>
            </a:extLst>
          </p:cNvPr>
          <p:cNvSpPr txBox="1"/>
          <p:nvPr/>
        </p:nvSpPr>
        <p:spPr>
          <a:xfrm>
            <a:off x="786646" y="1351508"/>
            <a:ext cx="1079575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can the system choose the best model if real output is unknown in real life?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During Training &amp; Testing (Offline)</a:t>
            </a:r>
          </a:p>
          <a:p>
            <a:r>
              <a:rPr lang="en-US" dirty="0"/>
              <a:t>Real irrigation / water requirement data is available</a:t>
            </a:r>
          </a:p>
          <a:p>
            <a:r>
              <a:rPr lang="en-US" dirty="0"/>
              <a:t>GBT and LSTM predictions are compared with real values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Metrics used:</a:t>
            </a:r>
          </a:p>
          <a:p>
            <a:pPr lvl="1"/>
            <a:r>
              <a:rPr lang="en-US" dirty="0"/>
              <a:t>R²</a:t>
            </a:r>
          </a:p>
          <a:p>
            <a:pPr lvl="1"/>
            <a:r>
              <a:rPr lang="en-US" dirty="0"/>
              <a:t>RMSE</a:t>
            </a:r>
          </a:p>
          <a:p>
            <a:pPr lvl="1"/>
            <a:r>
              <a:rPr lang="en-US" dirty="0"/>
              <a:t>Spearman’s Rank Correlation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analysis shows patterns:</a:t>
            </a:r>
          </a:p>
          <a:p>
            <a:pPr lvl="1"/>
            <a:r>
              <a:rPr lang="en-US" dirty="0"/>
              <a:t>GBT performs better for short-term predictions</a:t>
            </a:r>
          </a:p>
          <a:p>
            <a:pPr lvl="1"/>
            <a:r>
              <a:rPr lang="en-US" dirty="0"/>
              <a:t>LSTM performs better for long-term (time-series) predictions</a:t>
            </a:r>
          </a:p>
          <a:p>
            <a:pPr lvl="1"/>
            <a:endParaRPr lang="en-US" dirty="0"/>
          </a:p>
          <a:p>
            <a:r>
              <a:rPr lang="en-US" dirty="0"/>
              <a:t>So Model comparison and “best model” selection happen only here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06577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2601</TotalTime>
  <Words>2210</Words>
  <Application>Microsoft Office PowerPoint</Application>
  <PresentationFormat>Widescreen</PresentationFormat>
  <Paragraphs>356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Arial</vt:lpstr>
      <vt:lpstr>Calibri</vt:lpstr>
      <vt:lpstr>Courier New</vt:lpstr>
      <vt:lpstr>FZShuTi</vt:lpstr>
      <vt:lpstr>Wingdings</vt:lpstr>
      <vt:lpstr>Cover and End Slide Master</vt:lpstr>
      <vt:lpstr>Contents Slide Master</vt:lpstr>
      <vt:lpstr>Section Break Slide Master</vt:lpstr>
      <vt:lpstr>Implementation irrigation system using 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Communication   Protocols</vt:lpstr>
      <vt:lpstr>PowerPoint Presentation</vt:lpstr>
      <vt:lpstr>Water optimization technique for precision irrigation system using IoT and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aliadel_77@outlook.com</cp:lastModifiedBy>
  <cp:revision>95</cp:revision>
  <dcterms:created xsi:type="dcterms:W3CDTF">2018-04-24T17:14:44Z</dcterms:created>
  <dcterms:modified xsi:type="dcterms:W3CDTF">2026-02-02T16:26:35Z</dcterms:modified>
</cp:coreProperties>
</file>